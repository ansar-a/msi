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  <p:sldMasterId id="2147483690" r:id="rId4"/>
  </p:sldMasterIdLst>
  <p:notesMasterIdLst>
    <p:notesMasterId r:id="rId17"/>
  </p:notesMasterIdLst>
  <p:sldIdLst>
    <p:sldId id="355" r:id="rId5"/>
    <p:sldId id="347" r:id="rId6"/>
    <p:sldId id="358" r:id="rId7"/>
    <p:sldId id="259" r:id="rId8"/>
    <p:sldId id="260" r:id="rId9"/>
    <p:sldId id="359" r:id="rId10"/>
    <p:sldId id="360" r:id="rId11"/>
    <p:sldId id="361" r:id="rId12"/>
    <p:sldId id="326" r:id="rId13"/>
    <p:sldId id="337" r:id="rId14"/>
    <p:sldId id="311" r:id="rId15"/>
    <p:sldId id="32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-1104" y="-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412611C-8F42-4A88-BF2C-3F14A15A3A2D}"/>
              </a:ext>
            </a:extLst>
          </p:cNvPr>
          <p:cNvSpPr/>
          <p:nvPr userDrawn="1"/>
        </p:nvSpPr>
        <p:spPr>
          <a:xfrm>
            <a:off x="4200072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xmlns="" id="{96E1EE68-F749-4414-A326-ABFB18D5E9AF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5002832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3346C86-7BD4-4931-8982-4954A955A0D2}"/>
              </a:ext>
            </a:extLst>
          </p:cNvPr>
          <p:cNvSpPr/>
          <p:nvPr userDrawn="1"/>
        </p:nvSpPr>
        <p:spPr>
          <a:xfrm>
            <a:off x="7997604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xmlns="" id="{4938B100-7DB2-4283-A72B-BFBB92152E89}"/>
              </a:ext>
            </a:extLst>
          </p:cNvPr>
          <p:cNvSpPr>
            <a:spLocks noGrp="1"/>
          </p:cNvSpPr>
          <p:nvPr>
            <p:ph type="pic" idx="24" hasCustomPrompt="1"/>
          </p:nvPr>
        </p:nvSpPr>
        <p:spPr>
          <a:xfrm>
            <a:off x="8800364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2A0F9E1-604E-4D14-8F49-BC5799DEC58C}"/>
              </a:ext>
            </a:extLst>
          </p:cNvPr>
          <p:cNvSpPr/>
          <p:nvPr userDrawn="1"/>
        </p:nvSpPr>
        <p:spPr>
          <a:xfrm>
            <a:off x="4200072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xmlns="" id="{F14D57A3-AC8C-481C-AFAC-A9FCFB199B2D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5002832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ECC6AC5-F655-4421-A219-B2F76C6CA2FD}"/>
              </a:ext>
            </a:extLst>
          </p:cNvPr>
          <p:cNvSpPr/>
          <p:nvPr userDrawn="1"/>
        </p:nvSpPr>
        <p:spPr>
          <a:xfrm>
            <a:off x="7997604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xmlns="" id="{BA2332AA-B2D0-4A28-A218-73EE3FE44954}"/>
              </a:ext>
            </a:extLst>
          </p:cNvPr>
          <p:cNvSpPr>
            <a:spLocks noGrp="1"/>
          </p:cNvSpPr>
          <p:nvPr>
            <p:ph type="pic" idx="26" hasCustomPrompt="1"/>
          </p:nvPr>
        </p:nvSpPr>
        <p:spPr>
          <a:xfrm>
            <a:off x="8800364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icture Placeholder 162">
            <a:extLst>
              <a:ext uri="{FF2B5EF4-FFF2-40B4-BE49-F238E27FC236}">
                <a16:creationId xmlns:a16="http://schemas.microsoft.com/office/drawing/2014/main" xmlns="" id="{8824B83C-4516-440E-B27E-09F0426F6C97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1" y="2"/>
            <a:ext cx="12191999" cy="6877477"/>
          </a:xfrm>
          <a:custGeom>
            <a:avLst/>
            <a:gdLst>
              <a:gd name="connsiteX0" fmla="*/ 11053396 w 12191999"/>
              <a:gd name="connsiteY0" fmla="*/ 5847975 h 6877477"/>
              <a:gd name="connsiteX1" fmla="*/ 12034143 w 12191999"/>
              <a:gd name="connsiteY1" fmla="*/ 6828722 h 6877477"/>
              <a:gd name="connsiteX2" fmla="*/ 11985388 w 12191999"/>
              <a:gd name="connsiteY2" fmla="*/ 6877477 h 6877477"/>
              <a:gd name="connsiteX3" fmla="*/ 10121403 w 12191999"/>
              <a:gd name="connsiteY3" fmla="*/ 6877477 h 6877477"/>
              <a:gd name="connsiteX4" fmla="*/ 10072648 w 12191999"/>
              <a:gd name="connsiteY4" fmla="*/ 6828722 h 6877477"/>
              <a:gd name="connsiteX5" fmla="*/ 12182376 w 12191999"/>
              <a:gd name="connsiteY5" fmla="*/ 4716808 h 6877477"/>
              <a:gd name="connsiteX6" fmla="*/ 12191999 w 12191999"/>
              <a:gd name="connsiteY6" fmla="*/ 4726431 h 6877477"/>
              <a:gd name="connsiteX7" fmla="*/ 12191999 w 12191999"/>
              <a:gd name="connsiteY7" fmla="*/ 6668679 h 6877477"/>
              <a:gd name="connsiteX8" fmla="*/ 12182376 w 12191999"/>
              <a:gd name="connsiteY8" fmla="*/ 6678302 h 6877477"/>
              <a:gd name="connsiteX9" fmla="*/ 11201628 w 12191999"/>
              <a:gd name="connsiteY9" fmla="*/ 5697555 h 6877477"/>
              <a:gd name="connsiteX10" fmla="*/ 9949130 w 12191999"/>
              <a:gd name="connsiteY10" fmla="*/ 4716808 h 6877477"/>
              <a:gd name="connsiteX11" fmla="*/ 10929877 w 12191999"/>
              <a:gd name="connsiteY11" fmla="*/ 5697555 h 6877477"/>
              <a:gd name="connsiteX12" fmla="*/ 9949130 w 12191999"/>
              <a:gd name="connsiteY12" fmla="*/ 6678302 h 6877477"/>
              <a:gd name="connsiteX13" fmla="*/ 8968382 w 12191999"/>
              <a:gd name="connsiteY13" fmla="*/ 5697555 h 6877477"/>
              <a:gd name="connsiteX14" fmla="*/ 11053396 w 12191999"/>
              <a:gd name="connsiteY14" fmla="*/ 3580491 h 6877477"/>
              <a:gd name="connsiteX15" fmla="*/ 12034143 w 12191999"/>
              <a:gd name="connsiteY15" fmla="*/ 4561237 h 6877477"/>
              <a:gd name="connsiteX16" fmla="*/ 11053396 w 12191999"/>
              <a:gd name="connsiteY16" fmla="*/ 5541984 h 6877477"/>
              <a:gd name="connsiteX17" fmla="*/ 10072648 w 12191999"/>
              <a:gd name="connsiteY17" fmla="*/ 4561237 h 6877477"/>
              <a:gd name="connsiteX18" fmla="*/ 8844864 w 12191999"/>
              <a:gd name="connsiteY18" fmla="*/ 3580491 h 6877477"/>
              <a:gd name="connsiteX19" fmla="*/ 9825611 w 12191999"/>
              <a:gd name="connsiteY19" fmla="*/ 4561237 h 6877477"/>
              <a:gd name="connsiteX20" fmla="*/ 8844864 w 12191999"/>
              <a:gd name="connsiteY20" fmla="*/ 5541984 h 6877477"/>
              <a:gd name="connsiteX21" fmla="*/ 7864116 w 12191999"/>
              <a:gd name="connsiteY21" fmla="*/ 4561237 h 6877477"/>
              <a:gd name="connsiteX22" fmla="*/ 10739 w 12191999"/>
              <a:gd name="connsiteY22" fmla="*/ 3580491 h 6877477"/>
              <a:gd name="connsiteX23" fmla="*/ 991485 w 12191999"/>
              <a:gd name="connsiteY23" fmla="*/ 4561237 h 6877477"/>
              <a:gd name="connsiteX24" fmla="*/ 10739 w 12191999"/>
              <a:gd name="connsiteY24" fmla="*/ 5541984 h 6877477"/>
              <a:gd name="connsiteX25" fmla="*/ 0 w 12191999"/>
              <a:gd name="connsiteY25" fmla="*/ 5531245 h 6877477"/>
              <a:gd name="connsiteX26" fmla="*/ 0 w 12191999"/>
              <a:gd name="connsiteY26" fmla="*/ 3591230 h 6877477"/>
              <a:gd name="connsiteX27" fmla="*/ 1115005 w 12191999"/>
              <a:gd name="connsiteY27" fmla="*/ 2448297 h 6877477"/>
              <a:gd name="connsiteX28" fmla="*/ 2095752 w 12191999"/>
              <a:gd name="connsiteY28" fmla="*/ 3429042 h 6877477"/>
              <a:gd name="connsiteX29" fmla="*/ 1115005 w 12191999"/>
              <a:gd name="connsiteY29" fmla="*/ 4409788 h 6877477"/>
              <a:gd name="connsiteX30" fmla="*/ 134258 w 12191999"/>
              <a:gd name="connsiteY30" fmla="*/ 3429042 h 6877477"/>
              <a:gd name="connsiteX31" fmla="*/ 12182376 w 12191999"/>
              <a:gd name="connsiteY31" fmla="*/ 2448295 h 6877477"/>
              <a:gd name="connsiteX32" fmla="*/ 12191999 w 12191999"/>
              <a:gd name="connsiteY32" fmla="*/ 2457918 h 6877477"/>
              <a:gd name="connsiteX33" fmla="*/ 12191999 w 12191999"/>
              <a:gd name="connsiteY33" fmla="*/ 4400165 h 6877477"/>
              <a:gd name="connsiteX34" fmla="*/ 12182376 w 12191999"/>
              <a:gd name="connsiteY34" fmla="*/ 4409788 h 6877477"/>
              <a:gd name="connsiteX35" fmla="*/ 11201628 w 12191999"/>
              <a:gd name="connsiteY35" fmla="*/ 3429042 h 6877477"/>
              <a:gd name="connsiteX36" fmla="*/ 9949130 w 12191999"/>
              <a:gd name="connsiteY36" fmla="*/ 2448295 h 6877477"/>
              <a:gd name="connsiteX37" fmla="*/ 10929877 w 12191999"/>
              <a:gd name="connsiteY37" fmla="*/ 3429042 h 6877477"/>
              <a:gd name="connsiteX38" fmla="*/ 9949130 w 12191999"/>
              <a:gd name="connsiteY38" fmla="*/ 4409788 h 6877477"/>
              <a:gd name="connsiteX39" fmla="*/ 8968382 w 12191999"/>
              <a:gd name="connsiteY39" fmla="*/ 3429042 h 6877477"/>
              <a:gd name="connsiteX40" fmla="*/ 7740598 w 12191999"/>
              <a:gd name="connsiteY40" fmla="*/ 2448295 h 6877477"/>
              <a:gd name="connsiteX41" fmla="*/ 8721345 w 12191999"/>
              <a:gd name="connsiteY41" fmla="*/ 3429042 h 6877477"/>
              <a:gd name="connsiteX42" fmla="*/ 7740598 w 12191999"/>
              <a:gd name="connsiteY42" fmla="*/ 4409788 h 6877477"/>
              <a:gd name="connsiteX43" fmla="*/ 6759852 w 12191999"/>
              <a:gd name="connsiteY43" fmla="*/ 3429042 h 6877477"/>
              <a:gd name="connsiteX44" fmla="*/ 11053396 w 12191999"/>
              <a:gd name="connsiteY44" fmla="*/ 1313009 h 6877477"/>
              <a:gd name="connsiteX45" fmla="*/ 12034143 w 12191999"/>
              <a:gd name="connsiteY45" fmla="*/ 2293756 h 6877477"/>
              <a:gd name="connsiteX46" fmla="*/ 11053396 w 12191999"/>
              <a:gd name="connsiteY46" fmla="*/ 3274502 h 6877477"/>
              <a:gd name="connsiteX47" fmla="*/ 10072648 w 12191999"/>
              <a:gd name="connsiteY47" fmla="*/ 2293756 h 6877477"/>
              <a:gd name="connsiteX48" fmla="*/ 8844864 w 12191999"/>
              <a:gd name="connsiteY48" fmla="*/ 1313009 h 6877477"/>
              <a:gd name="connsiteX49" fmla="*/ 9825611 w 12191999"/>
              <a:gd name="connsiteY49" fmla="*/ 2293756 h 6877477"/>
              <a:gd name="connsiteX50" fmla="*/ 8844864 w 12191999"/>
              <a:gd name="connsiteY50" fmla="*/ 3274503 h 6877477"/>
              <a:gd name="connsiteX51" fmla="*/ 7864116 w 12191999"/>
              <a:gd name="connsiteY51" fmla="*/ 2293756 h 6877477"/>
              <a:gd name="connsiteX52" fmla="*/ 6636337 w 12191999"/>
              <a:gd name="connsiteY52" fmla="*/ 1313009 h 6877477"/>
              <a:gd name="connsiteX53" fmla="*/ 7617079 w 12191999"/>
              <a:gd name="connsiteY53" fmla="*/ 2293756 h 6877477"/>
              <a:gd name="connsiteX54" fmla="*/ 6636337 w 12191999"/>
              <a:gd name="connsiteY54" fmla="*/ 3274503 h 6877477"/>
              <a:gd name="connsiteX55" fmla="*/ 5655588 w 12191999"/>
              <a:gd name="connsiteY55" fmla="*/ 2293756 h 6877477"/>
              <a:gd name="connsiteX56" fmla="*/ 2219273 w 12191999"/>
              <a:gd name="connsiteY56" fmla="*/ 1313009 h 6877477"/>
              <a:gd name="connsiteX57" fmla="*/ 3200020 w 12191999"/>
              <a:gd name="connsiteY57" fmla="*/ 2293756 h 6877477"/>
              <a:gd name="connsiteX58" fmla="*/ 2219273 w 12191999"/>
              <a:gd name="connsiteY58" fmla="*/ 3274503 h 6877477"/>
              <a:gd name="connsiteX59" fmla="*/ 1238524 w 12191999"/>
              <a:gd name="connsiteY59" fmla="*/ 2293756 h 6877477"/>
              <a:gd name="connsiteX60" fmla="*/ 10741 w 12191999"/>
              <a:gd name="connsiteY60" fmla="*/ 1313009 h 6877477"/>
              <a:gd name="connsiteX61" fmla="*/ 991488 w 12191999"/>
              <a:gd name="connsiteY61" fmla="*/ 2293756 h 6877477"/>
              <a:gd name="connsiteX62" fmla="*/ 10741 w 12191999"/>
              <a:gd name="connsiteY62" fmla="*/ 3274503 h 6877477"/>
              <a:gd name="connsiteX63" fmla="*/ 0 w 12191999"/>
              <a:gd name="connsiteY63" fmla="*/ 3263761 h 6877477"/>
              <a:gd name="connsiteX64" fmla="*/ 0 w 12191999"/>
              <a:gd name="connsiteY64" fmla="*/ 1323750 h 6877477"/>
              <a:gd name="connsiteX65" fmla="*/ 7740598 w 12191999"/>
              <a:gd name="connsiteY65" fmla="*/ 179783 h 6877477"/>
              <a:gd name="connsiteX66" fmla="*/ 8721345 w 12191999"/>
              <a:gd name="connsiteY66" fmla="*/ 1160530 h 6877477"/>
              <a:gd name="connsiteX67" fmla="*/ 7740598 w 12191999"/>
              <a:gd name="connsiteY67" fmla="*/ 2141277 h 6877477"/>
              <a:gd name="connsiteX68" fmla="*/ 6759852 w 12191999"/>
              <a:gd name="connsiteY68" fmla="*/ 1160530 h 6877477"/>
              <a:gd name="connsiteX69" fmla="*/ 5532073 w 12191999"/>
              <a:gd name="connsiteY69" fmla="*/ 179783 h 6877477"/>
              <a:gd name="connsiteX70" fmla="*/ 6512819 w 12191999"/>
              <a:gd name="connsiteY70" fmla="*/ 1160530 h 6877477"/>
              <a:gd name="connsiteX71" fmla="*/ 5532073 w 12191999"/>
              <a:gd name="connsiteY71" fmla="*/ 2141277 h 6877477"/>
              <a:gd name="connsiteX72" fmla="*/ 4551324 w 12191999"/>
              <a:gd name="connsiteY72" fmla="*/ 1160530 h 6877477"/>
              <a:gd name="connsiteX73" fmla="*/ 3323540 w 12191999"/>
              <a:gd name="connsiteY73" fmla="*/ 179783 h 6877477"/>
              <a:gd name="connsiteX74" fmla="*/ 4304287 w 12191999"/>
              <a:gd name="connsiteY74" fmla="*/ 1160530 h 6877477"/>
              <a:gd name="connsiteX75" fmla="*/ 3323540 w 12191999"/>
              <a:gd name="connsiteY75" fmla="*/ 2141277 h 6877477"/>
              <a:gd name="connsiteX76" fmla="*/ 2342792 w 12191999"/>
              <a:gd name="connsiteY76" fmla="*/ 1160530 h 6877477"/>
              <a:gd name="connsiteX77" fmla="*/ 1115008 w 12191999"/>
              <a:gd name="connsiteY77" fmla="*/ 179783 h 6877477"/>
              <a:gd name="connsiteX78" fmla="*/ 2095755 w 12191999"/>
              <a:gd name="connsiteY78" fmla="*/ 1160530 h 6877477"/>
              <a:gd name="connsiteX79" fmla="*/ 1115008 w 12191999"/>
              <a:gd name="connsiteY79" fmla="*/ 2141277 h 6877477"/>
              <a:gd name="connsiteX80" fmla="*/ 134260 w 12191999"/>
              <a:gd name="connsiteY80" fmla="*/ 1160530 h 6877477"/>
              <a:gd name="connsiteX81" fmla="*/ 12182376 w 12191999"/>
              <a:gd name="connsiteY81" fmla="*/ 179782 h 6877477"/>
              <a:gd name="connsiteX82" fmla="*/ 12191999 w 12191999"/>
              <a:gd name="connsiteY82" fmla="*/ 189405 h 6877477"/>
              <a:gd name="connsiteX83" fmla="*/ 12191999 w 12191999"/>
              <a:gd name="connsiteY83" fmla="*/ 2131652 h 6877477"/>
              <a:gd name="connsiteX84" fmla="*/ 12182376 w 12191999"/>
              <a:gd name="connsiteY84" fmla="*/ 2141275 h 6877477"/>
              <a:gd name="connsiteX85" fmla="*/ 11201628 w 12191999"/>
              <a:gd name="connsiteY85" fmla="*/ 1160529 h 6877477"/>
              <a:gd name="connsiteX86" fmla="*/ 9949130 w 12191999"/>
              <a:gd name="connsiteY86" fmla="*/ 179782 h 6877477"/>
              <a:gd name="connsiteX87" fmla="*/ 10929877 w 12191999"/>
              <a:gd name="connsiteY87" fmla="*/ 1160530 h 6877477"/>
              <a:gd name="connsiteX88" fmla="*/ 9949130 w 12191999"/>
              <a:gd name="connsiteY88" fmla="*/ 2141275 h 6877477"/>
              <a:gd name="connsiteX89" fmla="*/ 8968382 w 12191999"/>
              <a:gd name="connsiteY89" fmla="*/ 1160530 h 6877477"/>
              <a:gd name="connsiteX90" fmla="*/ 10098921 w 12191999"/>
              <a:gd name="connsiteY90" fmla="*/ 0 h 6877477"/>
              <a:gd name="connsiteX91" fmla="*/ 12007870 w 12191999"/>
              <a:gd name="connsiteY91" fmla="*/ 0 h 6877477"/>
              <a:gd name="connsiteX92" fmla="*/ 12034143 w 12191999"/>
              <a:gd name="connsiteY92" fmla="*/ 26273 h 6877477"/>
              <a:gd name="connsiteX93" fmla="*/ 11053396 w 12191999"/>
              <a:gd name="connsiteY93" fmla="*/ 1007020 h 6877477"/>
              <a:gd name="connsiteX94" fmla="*/ 10072648 w 12191999"/>
              <a:gd name="connsiteY94" fmla="*/ 26273 h 6877477"/>
              <a:gd name="connsiteX95" fmla="*/ 7890389 w 12191999"/>
              <a:gd name="connsiteY95" fmla="*/ 0 h 6877477"/>
              <a:gd name="connsiteX96" fmla="*/ 9799338 w 12191999"/>
              <a:gd name="connsiteY96" fmla="*/ 0 h 6877477"/>
              <a:gd name="connsiteX97" fmla="*/ 9825611 w 12191999"/>
              <a:gd name="connsiteY97" fmla="*/ 26273 h 6877477"/>
              <a:gd name="connsiteX98" fmla="*/ 8844864 w 12191999"/>
              <a:gd name="connsiteY98" fmla="*/ 1007020 h 6877477"/>
              <a:gd name="connsiteX99" fmla="*/ 7864116 w 12191999"/>
              <a:gd name="connsiteY99" fmla="*/ 26273 h 6877477"/>
              <a:gd name="connsiteX100" fmla="*/ 5681864 w 12191999"/>
              <a:gd name="connsiteY100" fmla="*/ 0 h 6877477"/>
              <a:gd name="connsiteX101" fmla="*/ 7590806 w 12191999"/>
              <a:gd name="connsiteY101" fmla="*/ 0 h 6877477"/>
              <a:gd name="connsiteX102" fmla="*/ 7617079 w 12191999"/>
              <a:gd name="connsiteY102" fmla="*/ 26273 h 6877477"/>
              <a:gd name="connsiteX103" fmla="*/ 6636339 w 12191999"/>
              <a:gd name="connsiteY103" fmla="*/ 1007020 h 6877477"/>
              <a:gd name="connsiteX104" fmla="*/ 5655591 w 12191999"/>
              <a:gd name="connsiteY104" fmla="*/ 26273 h 6877477"/>
              <a:gd name="connsiteX105" fmla="*/ 3473334 w 12191999"/>
              <a:gd name="connsiteY105" fmla="*/ 0 h 6877477"/>
              <a:gd name="connsiteX106" fmla="*/ 5382281 w 12191999"/>
              <a:gd name="connsiteY106" fmla="*/ 0 h 6877477"/>
              <a:gd name="connsiteX107" fmla="*/ 5408554 w 12191999"/>
              <a:gd name="connsiteY107" fmla="*/ 26274 h 6877477"/>
              <a:gd name="connsiteX108" fmla="*/ 4427806 w 12191999"/>
              <a:gd name="connsiteY108" fmla="*/ 1007020 h 6877477"/>
              <a:gd name="connsiteX109" fmla="*/ 3447060 w 12191999"/>
              <a:gd name="connsiteY109" fmla="*/ 26274 h 6877477"/>
              <a:gd name="connsiteX110" fmla="*/ 1264801 w 12191999"/>
              <a:gd name="connsiteY110" fmla="*/ 0 h 6877477"/>
              <a:gd name="connsiteX111" fmla="*/ 3173749 w 12191999"/>
              <a:gd name="connsiteY111" fmla="*/ 0 h 6877477"/>
              <a:gd name="connsiteX112" fmla="*/ 3200023 w 12191999"/>
              <a:gd name="connsiteY112" fmla="*/ 26274 h 6877477"/>
              <a:gd name="connsiteX113" fmla="*/ 2219276 w 12191999"/>
              <a:gd name="connsiteY113" fmla="*/ 1007020 h 6877477"/>
              <a:gd name="connsiteX114" fmla="*/ 1238527 w 12191999"/>
              <a:gd name="connsiteY114" fmla="*/ 26274 h 6877477"/>
              <a:gd name="connsiteX115" fmla="*/ 0 w 12191999"/>
              <a:gd name="connsiteY115" fmla="*/ 0 h 6877477"/>
              <a:gd name="connsiteX116" fmla="*/ 965216 w 12191999"/>
              <a:gd name="connsiteY116" fmla="*/ 0 h 6877477"/>
              <a:gd name="connsiteX117" fmla="*/ 991490 w 12191999"/>
              <a:gd name="connsiteY117" fmla="*/ 26274 h 6877477"/>
              <a:gd name="connsiteX118" fmla="*/ 10744 w 12191999"/>
              <a:gd name="connsiteY118" fmla="*/ 1007021 h 6877477"/>
              <a:gd name="connsiteX119" fmla="*/ 0 w 12191999"/>
              <a:gd name="connsiteY119" fmla="*/ 996277 h 687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2191999" h="6877477">
                <a:moveTo>
                  <a:pt x="11053396" y="5847975"/>
                </a:moveTo>
                <a:lnTo>
                  <a:pt x="12034143" y="6828722"/>
                </a:lnTo>
                <a:lnTo>
                  <a:pt x="11985388" y="6877477"/>
                </a:lnTo>
                <a:lnTo>
                  <a:pt x="10121403" y="6877477"/>
                </a:lnTo>
                <a:lnTo>
                  <a:pt x="10072648" y="6828722"/>
                </a:lnTo>
                <a:close/>
                <a:moveTo>
                  <a:pt x="12182376" y="4716808"/>
                </a:moveTo>
                <a:lnTo>
                  <a:pt x="12191999" y="4726431"/>
                </a:lnTo>
                <a:lnTo>
                  <a:pt x="12191999" y="6668679"/>
                </a:lnTo>
                <a:lnTo>
                  <a:pt x="12182376" y="6678302"/>
                </a:lnTo>
                <a:lnTo>
                  <a:pt x="11201628" y="5697555"/>
                </a:lnTo>
                <a:close/>
                <a:moveTo>
                  <a:pt x="9949130" y="4716808"/>
                </a:moveTo>
                <a:lnTo>
                  <a:pt x="10929877" y="5697555"/>
                </a:lnTo>
                <a:lnTo>
                  <a:pt x="9949130" y="6678302"/>
                </a:lnTo>
                <a:lnTo>
                  <a:pt x="8968382" y="5697555"/>
                </a:lnTo>
                <a:close/>
                <a:moveTo>
                  <a:pt x="11053396" y="3580491"/>
                </a:moveTo>
                <a:lnTo>
                  <a:pt x="12034143" y="4561237"/>
                </a:lnTo>
                <a:lnTo>
                  <a:pt x="11053396" y="5541984"/>
                </a:lnTo>
                <a:lnTo>
                  <a:pt x="10072648" y="4561237"/>
                </a:lnTo>
                <a:close/>
                <a:moveTo>
                  <a:pt x="8844864" y="3580491"/>
                </a:moveTo>
                <a:lnTo>
                  <a:pt x="9825611" y="4561237"/>
                </a:lnTo>
                <a:lnTo>
                  <a:pt x="8844864" y="5541984"/>
                </a:lnTo>
                <a:lnTo>
                  <a:pt x="7864116" y="4561237"/>
                </a:lnTo>
                <a:close/>
                <a:moveTo>
                  <a:pt x="10739" y="3580491"/>
                </a:moveTo>
                <a:lnTo>
                  <a:pt x="991485" y="4561237"/>
                </a:lnTo>
                <a:lnTo>
                  <a:pt x="10739" y="5541984"/>
                </a:lnTo>
                <a:lnTo>
                  <a:pt x="0" y="5531245"/>
                </a:lnTo>
                <a:lnTo>
                  <a:pt x="0" y="3591230"/>
                </a:lnTo>
                <a:close/>
                <a:moveTo>
                  <a:pt x="1115005" y="2448297"/>
                </a:moveTo>
                <a:lnTo>
                  <a:pt x="2095752" y="3429042"/>
                </a:lnTo>
                <a:lnTo>
                  <a:pt x="1115005" y="4409788"/>
                </a:lnTo>
                <a:lnTo>
                  <a:pt x="134258" y="3429042"/>
                </a:lnTo>
                <a:close/>
                <a:moveTo>
                  <a:pt x="12182376" y="2448295"/>
                </a:moveTo>
                <a:lnTo>
                  <a:pt x="12191999" y="2457918"/>
                </a:lnTo>
                <a:lnTo>
                  <a:pt x="12191999" y="4400165"/>
                </a:lnTo>
                <a:lnTo>
                  <a:pt x="12182376" y="4409788"/>
                </a:lnTo>
                <a:lnTo>
                  <a:pt x="11201628" y="3429042"/>
                </a:lnTo>
                <a:close/>
                <a:moveTo>
                  <a:pt x="9949130" y="2448295"/>
                </a:moveTo>
                <a:lnTo>
                  <a:pt x="10929877" y="3429042"/>
                </a:lnTo>
                <a:lnTo>
                  <a:pt x="9949130" y="4409788"/>
                </a:lnTo>
                <a:lnTo>
                  <a:pt x="8968382" y="3429042"/>
                </a:lnTo>
                <a:close/>
                <a:moveTo>
                  <a:pt x="7740598" y="2448295"/>
                </a:moveTo>
                <a:lnTo>
                  <a:pt x="8721345" y="3429042"/>
                </a:lnTo>
                <a:lnTo>
                  <a:pt x="7740598" y="4409788"/>
                </a:lnTo>
                <a:lnTo>
                  <a:pt x="6759852" y="3429042"/>
                </a:lnTo>
                <a:close/>
                <a:moveTo>
                  <a:pt x="11053396" y="1313009"/>
                </a:moveTo>
                <a:lnTo>
                  <a:pt x="12034143" y="2293756"/>
                </a:lnTo>
                <a:lnTo>
                  <a:pt x="11053396" y="3274502"/>
                </a:lnTo>
                <a:lnTo>
                  <a:pt x="10072648" y="2293756"/>
                </a:lnTo>
                <a:close/>
                <a:moveTo>
                  <a:pt x="8844864" y="1313009"/>
                </a:moveTo>
                <a:lnTo>
                  <a:pt x="9825611" y="2293756"/>
                </a:lnTo>
                <a:lnTo>
                  <a:pt x="8844864" y="3274503"/>
                </a:lnTo>
                <a:lnTo>
                  <a:pt x="7864116" y="2293756"/>
                </a:lnTo>
                <a:close/>
                <a:moveTo>
                  <a:pt x="6636337" y="1313009"/>
                </a:moveTo>
                <a:lnTo>
                  <a:pt x="7617079" y="2293756"/>
                </a:lnTo>
                <a:lnTo>
                  <a:pt x="6636337" y="3274503"/>
                </a:lnTo>
                <a:lnTo>
                  <a:pt x="5655588" y="2293756"/>
                </a:lnTo>
                <a:close/>
                <a:moveTo>
                  <a:pt x="2219273" y="1313009"/>
                </a:moveTo>
                <a:lnTo>
                  <a:pt x="3200020" y="2293756"/>
                </a:lnTo>
                <a:lnTo>
                  <a:pt x="2219273" y="3274503"/>
                </a:lnTo>
                <a:lnTo>
                  <a:pt x="1238524" y="2293756"/>
                </a:lnTo>
                <a:close/>
                <a:moveTo>
                  <a:pt x="10741" y="1313009"/>
                </a:moveTo>
                <a:lnTo>
                  <a:pt x="991488" y="2293756"/>
                </a:lnTo>
                <a:lnTo>
                  <a:pt x="10741" y="3274503"/>
                </a:lnTo>
                <a:lnTo>
                  <a:pt x="0" y="3263761"/>
                </a:lnTo>
                <a:lnTo>
                  <a:pt x="0" y="1323750"/>
                </a:lnTo>
                <a:close/>
                <a:moveTo>
                  <a:pt x="7740598" y="179783"/>
                </a:moveTo>
                <a:lnTo>
                  <a:pt x="8721345" y="1160530"/>
                </a:lnTo>
                <a:lnTo>
                  <a:pt x="7740598" y="2141277"/>
                </a:lnTo>
                <a:lnTo>
                  <a:pt x="6759852" y="1160530"/>
                </a:lnTo>
                <a:close/>
                <a:moveTo>
                  <a:pt x="5532073" y="179783"/>
                </a:moveTo>
                <a:lnTo>
                  <a:pt x="6512819" y="1160530"/>
                </a:lnTo>
                <a:lnTo>
                  <a:pt x="5532073" y="2141277"/>
                </a:lnTo>
                <a:lnTo>
                  <a:pt x="4551324" y="1160530"/>
                </a:lnTo>
                <a:close/>
                <a:moveTo>
                  <a:pt x="3323540" y="179783"/>
                </a:moveTo>
                <a:lnTo>
                  <a:pt x="4304287" y="1160530"/>
                </a:lnTo>
                <a:lnTo>
                  <a:pt x="3323540" y="2141277"/>
                </a:lnTo>
                <a:lnTo>
                  <a:pt x="2342792" y="1160530"/>
                </a:lnTo>
                <a:close/>
                <a:moveTo>
                  <a:pt x="1115008" y="179783"/>
                </a:moveTo>
                <a:lnTo>
                  <a:pt x="2095755" y="1160530"/>
                </a:lnTo>
                <a:lnTo>
                  <a:pt x="1115008" y="2141277"/>
                </a:lnTo>
                <a:lnTo>
                  <a:pt x="134260" y="1160530"/>
                </a:lnTo>
                <a:close/>
                <a:moveTo>
                  <a:pt x="12182376" y="179782"/>
                </a:moveTo>
                <a:lnTo>
                  <a:pt x="12191999" y="189405"/>
                </a:lnTo>
                <a:lnTo>
                  <a:pt x="12191999" y="2131652"/>
                </a:lnTo>
                <a:lnTo>
                  <a:pt x="12182376" y="2141275"/>
                </a:lnTo>
                <a:lnTo>
                  <a:pt x="11201628" y="1160529"/>
                </a:lnTo>
                <a:close/>
                <a:moveTo>
                  <a:pt x="9949130" y="179782"/>
                </a:moveTo>
                <a:lnTo>
                  <a:pt x="10929877" y="1160530"/>
                </a:lnTo>
                <a:lnTo>
                  <a:pt x="9949130" y="2141275"/>
                </a:lnTo>
                <a:lnTo>
                  <a:pt x="8968382" y="1160530"/>
                </a:lnTo>
                <a:close/>
                <a:moveTo>
                  <a:pt x="10098921" y="0"/>
                </a:moveTo>
                <a:lnTo>
                  <a:pt x="12007870" y="0"/>
                </a:lnTo>
                <a:lnTo>
                  <a:pt x="12034143" y="26273"/>
                </a:lnTo>
                <a:lnTo>
                  <a:pt x="11053396" y="1007020"/>
                </a:lnTo>
                <a:lnTo>
                  <a:pt x="10072648" y="26273"/>
                </a:lnTo>
                <a:close/>
                <a:moveTo>
                  <a:pt x="7890389" y="0"/>
                </a:moveTo>
                <a:lnTo>
                  <a:pt x="9799338" y="0"/>
                </a:lnTo>
                <a:lnTo>
                  <a:pt x="9825611" y="26273"/>
                </a:lnTo>
                <a:lnTo>
                  <a:pt x="8844864" y="1007020"/>
                </a:lnTo>
                <a:lnTo>
                  <a:pt x="7864116" y="26273"/>
                </a:lnTo>
                <a:close/>
                <a:moveTo>
                  <a:pt x="5681864" y="0"/>
                </a:moveTo>
                <a:lnTo>
                  <a:pt x="7590806" y="0"/>
                </a:lnTo>
                <a:lnTo>
                  <a:pt x="7617079" y="26273"/>
                </a:lnTo>
                <a:lnTo>
                  <a:pt x="6636339" y="1007020"/>
                </a:lnTo>
                <a:lnTo>
                  <a:pt x="5655591" y="26273"/>
                </a:lnTo>
                <a:close/>
                <a:moveTo>
                  <a:pt x="3473334" y="0"/>
                </a:moveTo>
                <a:lnTo>
                  <a:pt x="5382281" y="0"/>
                </a:lnTo>
                <a:lnTo>
                  <a:pt x="5408554" y="26274"/>
                </a:lnTo>
                <a:lnTo>
                  <a:pt x="4427806" y="1007020"/>
                </a:lnTo>
                <a:lnTo>
                  <a:pt x="3447060" y="26274"/>
                </a:lnTo>
                <a:close/>
                <a:moveTo>
                  <a:pt x="1264801" y="0"/>
                </a:moveTo>
                <a:lnTo>
                  <a:pt x="3173749" y="0"/>
                </a:lnTo>
                <a:lnTo>
                  <a:pt x="3200023" y="26274"/>
                </a:lnTo>
                <a:lnTo>
                  <a:pt x="2219276" y="1007020"/>
                </a:lnTo>
                <a:lnTo>
                  <a:pt x="1238527" y="26274"/>
                </a:lnTo>
                <a:close/>
                <a:moveTo>
                  <a:pt x="0" y="0"/>
                </a:moveTo>
                <a:lnTo>
                  <a:pt x="965216" y="0"/>
                </a:lnTo>
                <a:lnTo>
                  <a:pt x="991490" y="26274"/>
                </a:lnTo>
                <a:lnTo>
                  <a:pt x="10744" y="1007021"/>
                </a:lnTo>
                <a:lnTo>
                  <a:pt x="0" y="9962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2634E82-9DE3-4223-A15F-5A164AD987FB}"/>
              </a:ext>
            </a:extLst>
          </p:cNvPr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9FAEA46E-E59A-4542-8B95-8481B55D17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xmlns="" id="{E7E1C366-622C-4258-9753-26AABF54CF12}"/>
              </a:ext>
            </a:extLst>
          </p:cNvPr>
          <p:cNvSpPr/>
          <p:nvPr userDrawn="1"/>
        </p:nvSpPr>
        <p:spPr>
          <a:xfrm>
            <a:off x="6842775" y="17770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xmlns="" id="{E37D4E8D-7F93-45C0-8383-A68159D02D5D}"/>
              </a:ext>
            </a:extLst>
          </p:cNvPr>
          <p:cNvSpPr/>
          <p:nvPr userDrawn="1"/>
        </p:nvSpPr>
        <p:spPr>
          <a:xfrm>
            <a:off x="777225" y="17572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그림 개체 틀 6">
            <a:extLst>
              <a:ext uri="{FF2B5EF4-FFF2-40B4-BE49-F238E27FC236}">
                <a16:creationId xmlns:a16="http://schemas.microsoft.com/office/drawing/2014/main" xmlns="" id="{07AAD900-5C8A-46EE-8F3F-276E7A823B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5958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xmlns="" id="{3D697A47-3CD1-4E96-9516-FDE670F563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24043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xmlns="" id="{0E0CAB57-9982-4553-B1D9-4D6CC85D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436E6B0-0030-4C24-AF1C-09B7BB3C4770}"/>
              </a:ext>
            </a:extLst>
          </p:cNvPr>
          <p:cNvSpPr/>
          <p:nvPr userDrawn="1"/>
        </p:nvSpPr>
        <p:spPr>
          <a:xfrm>
            <a:off x="0" y="474066"/>
            <a:ext cx="11704301" cy="5909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xmlns="" id="{418006F3-E488-44A0-A59A-E1D3B86006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4388469D-CBAC-4278-96C5-9EBCCAF5DD50}"/>
              </a:ext>
            </a:extLst>
          </p:cNvPr>
          <p:cNvSpPr/>
          <p:nvPr userDrawn="1"/>
        </p:nvSpPr>
        <p:spPr>
          <a:xfrm>
            <a:off x="6096000" y="837246"/>
            <a:ext cx="6096000" cy="2591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4DE17AA3-92FD-4003-9A41-EC77EF819880}"/>
              </a:ext>
            </a:extLst>
          </p:cNvPr>
          <p:cNvGrpSpPr/>
          <p:nvPr userDrawn="1"/>
        </p:nvGrpSpPr>
        <p:grpSpPr>
          <a:xfrm>
            <a:off x="1058291" y="3689597"/>
            <a:ext cx="2892793" cy="3168403"/>
            <a:chOff x="1058291" y="3689597"/>
            <a:chExt cx="2892793" cy="3168403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5AC033FD-1852-40D6-99E3-EAE0920A5C2F}"/>
                </a:ext>
              </a:extLst>
            </p:cNvPr>
            <p:cNvSpPr/>
            <p:nvPr userDrawn="1"/>
          </p:nvSpPr>
          <p:spPr>
            <a:xfrm>
              <a:off x="1062769" y="3689597"/>
              <a:ext cx="2885112" cy="3168403"/>
            </a:xfrm>
            <a:custGeom>
              <a:avLst/>
              <a:gdLst>
                <a:gd name="connsiteX0" fmla="*/ 380827 w 2885112"/>
                <a:gd name="connsiteY0" fmla="*/ 0 h 3168403"/>
                <a:gd name="connsiteX1" fmla="*/ 2504286 w 2885112"/>
                <a:gd name="connsiteY1" fmla="*/ 0 h 3168403"/>
                <a:gd name="connsiteX2" fmla="*/ 2885112 w 2885112"/>
                <a:gd name="connsiteY2" fmla="*/ 376422 h 3168403"/>
                <a:gd name="connsiteX3" fmla="*/ 2885112 w 2885112"/>
                <a:gd name="connsiteY3" fmla="*/ 3168403 h 3168403"/>
                <a:gd name="connsiteX4" fmla="*/ 0 w 2885112"/>
                <a:gd name="connsiteY4" fmla="*/ 3168403 h 3168403"/>
                <a:gd name="connsiteX5" fmla="*/ 0 w 2885112"/>
                <a:gd name="connsiteY5" fmla="*/ 376422 h 3168403"/>
                <a:gd name="connsiteX6" fmla="*/ 380827 w 2885112"/>
                <a:gd name="connsiteY6" fmla="*/ 0 h 316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5112" h="3168403">
                  <a:moveTo>
                    <a:pt x="380827" y="0"/>
                  </a:moveTo>
                  <a:lnTo>
                    <a:pt x="2504286" y="0"/>
                  </a:lnTo>
                  <a:cubicBezTo>
                    <a:pt x="2714606" y="0"/>
                    <a:pt x="2885112" y="168534"/>
                    <a:pt x="2885112" y="376422"/>
                  </a:cubicBezTo>
                  <a:lnTo>
                    <a:pt x="2885112" y="3168403"/>
                  </a:lnTo>
                  <a:lnTo>
                    <a:pt x="0" y="3168403"/>
                  </a:lnTo>
                  <a:lnTo>
                    <a:pt x="0" y="376422"/>
                  </a:lnTo>
                  <a:cubicBezTo>
                    <a:pt x="57" y="168534"/>
                    <a:pt x="170506" y="0"/>
                    <a:pt x="380827" y="0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xmlns="" id="{60E7AE36-51DF-4A4D-95F3-D16AA8913353}"/>
                </a:ext>
              </a:extLst>
            </p:cNvPr>
            <p:cNvSpPr/>
            <p:nvPr userDrawn="1"/>
          </p:nvSpPr>
          <p:spPr>
            <a:xfrm>
              <a:off x="1101424" y="3719878"/>
              <a:ext cx="2807801" cy="3138121"/>
            </a:xfrm>
            <a:custGeom>
              <a:avLst/>
              <a:gdLst>
                <a:gd name="connsiteX0" fmla="*/ 379798 w 2807801"/>
                <a:gd name="connsiteY0" fmla="*/ 0 h 3138121"/>
                <a:gd name="connsiteX1" fmla="*/ 2428003 w 2807801"/>
                <a:gd name="connsiteY1" fmla="*/ 0 h 3138121"/>
                <a:gd name="connsiteX2" fmla="*/ 2807801 w 2807801"/>
                <a:gd name="connsiteY2" fmla="*/ 376422 h 3138121"/>
                <a:gd name="connsiteX3" fmla="*/ 2807801 w 2807801"/>
                <a:gd name="connsiteY3" fmla="*/ 3138121 h 3138121"/>
                <a:gd name="connsiteX4" fmla="*/ 0 w 2807801"/>
                <a:gd name="connsiteY4" fmla="*/ 3138121 h 3138121"/>
                <a:gd name="connsiteX5" fmla="*/ 0 w 2807801"/>
                <a:gd name="connsiteY5" fmla="*/ 376422 h 3138121"/>
                <a:gd name="connsiteX6" fmla="*/ 379798 w 2807801"/>
                <a:gd name="connsiteY6" fmla="*/ 0 h 313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7801" h="3138121">
                  <a:moveTo>
                    <a:pt x="379798" y="0"/>
                  </a:moveTo>
                  <a:lnTo>
                    <a:pt x="2428003" y="0"/>
                  </a:lnTo>
                  <a:cubicBezTo>
                    <a:pt x="2637756" y="0"/>
                    <a:pt x="2807801" y="168533"/>
                    <a:pt x="2807801" y="376422"/>
                  </a:cubicBezTo>
                  <a:lnTo>
                    <a:pt x="2807801" y="3138121"/>
                  </a:lnTo>
                  <a:lnTo>
                    <a:pt x="0" y="3138121"/>
                  </a:lnTo>
                  <a:lnTo>
                    <a:pt x="0" y="376422"/>
                  </a:lnTo>
                  <a:cubicBezTo>
                    <a:pt x="0" y="168533"/>
                    <a:pt x="170045" y="0"/>
                    <a:pt x="379798" y="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xmlns="" id="{063AE936-DFE4-4DD0-A62C-1EAE232B97BD}"/>
                </a:ext>
              </a:extLst>
            </p:cNvPr>
            <p:cNvSpPr/>
            <p:nvPr/>
          </p:nvSpPr>
          <p:spPr>
            <a:xfrm>
              <a:off x="1058801" y="4510882"/>
              <a:ext cx="20187" cy="196716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xmlns="" id="{88C0DAA8-A60D-4797-A50D-3B59489A8922}"/>
                </a:ext>
              </a:extLst>
            </p:cNvPr>
            <p:cNvSpPr/>
            <p:nvPr/>
          </p:nvSpPr>
          <p:spPr>
            <a:xfrm>
              <a:off x="1058801" y="4932953"/>
              <a:ext cx="28182" cy="39235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xmlns="" id="{9E936F18-65C6-44D9-8BE4-E13C62005A59}"/>
                </a:ext>
              </a:extLst>
            </p:cNvPr>
            <p:cNvSpPr/>
            <p:nvPr/>
          </p:nvSpPr>
          <p:spPr>
            <a:xfrm>
              <a:off x="1058858" y="4961137"/>
              <a:ext cx="15935" cy="32856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xmlns="" id="{CDE1CBFD-B36F-4476-AD66-FE5689C99FEA}"/>
                </a:ext>
              </a:extLst>
            </p:cNvPr>
            <p:cNvSpPr/>
            <p:nvPr/>
          </p:nvSpPr>
          <p:spPr>
            <a:xfrm>
              <a:off x="1058291" y="5456869"/>
              <a:ext cx="28182" cy="39235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xmlns="" id="{54A97323-642E-4873-8ECB-8C82C47BBCE7}"/>
                </a:ext>
              </a:extLst>
            </p:cNvPr>
            <p:cNvSpPr/>
            <p:nvPr/>
          </p:nvSpPr>
          <p:spPr>
            <a:xfrm>
              <a:off x="1058291" y="5485053"/>
              <a:ext cx="15935" cy="32856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xmlns="" id="{E6FC4392-B579-420D-977D-05F6BAF6A444}"/>
                </a:ext>
              </a:extLst>
            </p:cNvPr>
            <p:cNvSpPr/>
            <p:nvPr/>
          </p:nvSpPr>
          <p:spPr>
            <a:xfrm>
              <a:off x="3922902" y="5064570"/>
              <a:ext cx="28182" cy="63500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xmlns="" id="{213C0B4A-1837-4C1B-8D1B-BC1615210485}"/>
                </a:ext>
              </a:extLst>
            </p:cNvPr>
            <p:cNvSpPr/>
            <p:nvPr/>
          </p:nvSpPr>
          <p:spPr>
            <a:xfrm>
              <a:off x="3935149" y="5110218"/>
              <a:ext cx="15935" cy="531742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xmlns="" id="{DFD69AD1-88C6-4D8A-BB4E-CE2C94AF1EBC}"/>
                </a:ext>
              </a:extLst>
            </p:cNvPr>
            <p:cNvSpPr/>
            <p:nvPr/>
          </p:nvSpPr>
          <p:spPr>
            <a:xfrm>
              <a:off x="3928288" y="6392988"/>
              <a:ext cx="22796" cy="435170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xmlns="" id="{4747B958-0380-4C5F-8DEC-8D7F6B25907D}"/>
                </a:ext>
              </a:extLst>
            </p:cNvPr>
            <p:cNvSpPr/>
            <p:nvPr/>
          </p:nvSpPr>
          <p:spPr>
            <a:xfrm>
              <a:off x="3938156" y="6424233"/>
              <a:ext cx="12928" cy="36439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xmlns="" id="{69006DBA-4DAA-453A-A2AC-FF4A9322F5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8879" y="3808481"/>
              <a:ext cx="134198" cy="13419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xmlns="" id="{23506713-2F55-452F-ABB6-47225E2D89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7267" y="3816868"/>
              <a:ext cx="117423" cy="117423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5175F06E-27A9-46A4-B02C-A49E59D17DC3}"/>
                </a:ext>
              </a:extLst>
            </p:cNvPr>
            <p:cNvSpPr/>
            <p:nvPr/>
          </p:nvSpPr>
          <p:spPr>
            <a:xfrm>
              <a:off x="3016958" y="3846560"/>
              <a:ext cx="58040" cy="580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E28FA69B-57D7-4705-A140-F90E5220C72E}"/>
                </a:ext>
              </a:extLst>
            </p:cNvPr>
            <p:cNvSpPr/>
            <p:nvPr/>
          </p:nvSpPr>
          <p:spPr>
            <a:xfrm>
              <a:off x="3030585" y="3860187"/>
              <a:ext cx="30788" cy="30788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xmlns="" id="{80E59088-2E8C-41FA-BAB8-F9EEF100122A}"/>
                </a:ext>
              </a:extLst>
            </p:cNvPr>
            <p:cNvSpPr/>
            <p:nvPr userDrawn="1"/>
          </p:nvSpPr>
          <p:spPr>
            <a:xfrm flipH="1">
              <a:off x="1060804" y="4534334"/>
              <a:ext cx="10717" cy="149811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xmlns="" id="{5066A938-5524-4BC2-9E71-604DA7247A54}"/>
              </a:ext>
            </a:extLst>
          </p:cNvPr>
          <p:cNvGrpSpPr/>
          <p:nvPr userDrawn="1"/>
        </p:nvGrpSpPr>
        <p:grpSpPr>
          <a:xfrm>
            <a:off x="8332411" y="0"/>
            <a:ext cx="2885112" cy="2622090"/>
            <a:chOff x="833153" y="6858000"/>
            <a:chExt cx="2885112" cy="262209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5974D21A-C01F-4B09-AA57-1A00734860AA}"/>
                </a:ext>
              </a:extLst>
            </p:cNvPr>
            <p:cNvSpPr/>
            <p:nvPr/>
          </p:nvSpPr>
          <p:spPr>
            <a:xfrm>
              <a:off x="833153" y="6858000"/>
              <a:ext cx="2885112" cy="2622090"/>
            </a:xfrm>
            <a:custGeom>
              <a:avLst/>
              <a:gdLst>
                <a:gd name="connsiteX0" fmla="*/ 0 w 2885112"/>
                <a:gd name="connsiteY0" fmla="*/ 0 h 2622090"/>
                <a:gd name="connsiteX1" fmla="*/ 2885112 w 2885112"/>
                <a:gd name="connsiteY1" fmla="*/ 0 h 2622090"/>
                <a:gd name="connsiteX2" fmla="*/ 2885112 w 2885112"/>
                <a:gd name="connsiteY2" fmla="*/ 2245726 h 2622090"/>
                <a:gd name="connsiteX3" fmla="*/ 2504286 w 2885112"/>
                <a:gd name="connsiteY3" fmla="*/ 2622090 h 2622090"/>
                <a:gd name="connsiteX4" fmla="*/ 380827 w 2885112"/>
                <a:gd name="connsiteY4" fmla="*/ 2622090 h 2622090"/>
                <a:gd name="connsiteX5" fmla="*/ 0 w 2885112"/>
                <a:gd name="connsiteY5" fmla="*/ 2245668 h 262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5112" h="2622090">
                  <a:moveTo>
                    <a:pt x="0" y="0"/>
                  </a:moveTo>
                  <a:lnTo>
                    <a:pt x="2885112" y="0"/>
                  </a:lnTo>
                  <a:lnTo>
                    <a:pt x="2885112" y="2245726"/>
                  </a:lnTo>
                  <a:cubicBezTo>
                    <a:pt x="2885055" y="2453556"/>
                    <a:pt x="2714549" y="2622090"/>
                    <a:pt x="2504286" y="2622090"/>
                  </a:cubicBezTo>
                  <a:lnTo>
                    <a:pt x="380827" y="2622090"/>
                  </a:lnTo>
                  <a:cubicBezTo>
                    <a:pt x="170506" y="2622090"/>
                    <a:pt x="0" y="2453556"/>
                    <a:pt x="0" y="2245668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1E48AAE3-B835-49A5-9A47-DE6EBCD7733E}"/>
                </a:ext>
              </a:extLst>
            </p:cNvPr>
            <p:cNvSpPr/>
            <p:nvPr/>
          </p:nvSpPr>
          <p:spPr>
            <a:xfrm>
              <a:off x="871808" y="6858000"/>
              <a:ext cx="2807801" cy="2591752"/>
            </a:xfrm>
            <a:custGeom>
              <a:avLst/>
              <a:gdLst>
                <a:gd name="connsiteX0" fmla="*/ 0 w 2807801"/>
                <a:gd name="connsiteY0" fmla="*/ 0 h 2591752"/>
                <a:gd name="connsiteX1" fmla="*/ 2807801 w 2807801"/>
                <a:gd name="connsiteY1" fmla="*/ 0 h 2591752"/>
                <a:gd name="connsiteX2" fmla="*/ 2807801 w 2807801"/>
                <a:gd name="connsiteY2" fmla="*/ 2215388 h 2591752"/>
                <a:gd name="connsiteX3" fmla="*/ 2428061 w 2807801"/>
                <a:gd name="connsiteY3" fmla="*/ 2591752 h 2591752"/>
                <a:gd name="connsiteX4" fmla="*/ 379798 w 2807801"/>
                <a:gd name="connsiteY4" fmla="*/ 2591752 h 2591752"/>
                <a:gd name="connsiteX5" fmla="*/ 0 w 2807801"/>
                <a:gd name="connsiteY5" fmla="*/ 2215332 h 259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7801" h="2591752">
                  <a:moveTo>
                    <a:pt x="0" y="0"/>
                  </a:moveTo>
                  <a:lnTo>
                    <a:pt x="2807801" y="0"/>
                  </a:lnTo>
                  <a:lnTo>
                    <a:pt x="2807801" y="2215388"/>
                  </a:lnTo>
                  <a:cubicBezTo>
                    <a:pt x="2807801" y="2423218"/>
                    <a:pt x="2637756" y="2591752"/>
                    <a:pt x="2428061" y="2591752"/>
                  </a:cubicBezTo>
                  <a:lnTo>
                    <a:pt x="379798" y="2591752"/>
                  </a:lnTo>
                  <a:cubicBezTo>
                    <a:pt x="170045" y="2591752"/>
                    <a:pt x="0" y="2423218"/>
                    <a:pt x="0" y="2215332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xmlns="" id="{28246CD8-4F7B-49F9-A0E7-A3D2C7826A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38563" y="1"/>
            <a:ext cx="2672808" cy="2493421"/>
          </a:xfrm>
          <a:custGeom>
            <a:avLst/>
            <a:gdLst>
              <a:gd name="connsiteX0" fmla="*/ 0 w 2672808"/>
              <a:gd name="connsiteY0" fmla="*/ 0 h 2493421"/>
              <a:gd name="connsiteX1" fmla="*/ 2672808 w 2672808"/>
              <a:gd name="connsiteY1" fmla="*/ 0 h 2493421"/>
              <a:gd name="connsiteX2" fmla="*/ 2672808 w 2672808"/>
              <a:gd name="connsiteY2" fmla="*/ 2221227 h 2493421"/>
              <a:gd name="connsiteX3" fmla="*/ 2385313 w 2672808"/>
              <a:gd name="connsiteY3" fmla="*/ 2493421 h 2493421"/>
              <a:gd name="connsiteX4" fmla="*/ 287495 w 2672808"/>
              <a:gd name="connsiteY4" fmla="*/ 2493421 h 2493421"/>
              <a:gd name="connsiteX5" fmla="*/ 0 w 2672808"/>
              <a:gd name="connsiteY5" fmla="*/ 2221227 h 24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2808" h="2493421">
                <a:moveTo>
                  <a:pt x="0" y="0"/>
                </a:moveTo>
                <a:lnTo>
                  <a:pt x="2672808" y="0"/>
                </a:lnTo>
                <a:lnTo>
                  <a:pt x="2672808" y="2221227"/>
                </a:lnTo>
                <a:cubicBezTo>
                  <a:pt x="2672808" y="2371557"/>
                  <a:pt x="2544095" y="2493421"/>
                  <a:pt x="2385313" y="2493421"/>
                </a:cubicBezTo>
                <a:lnTo>
                  <a:pt x="287495" y="2493421"/>
                </a:lnTo>
                <a:cubicBezTo>
                  <a:pt x="128714" y="2493421"/>
                  <a:pt x="0" y="2371557"/>
                  <a:pt x="0" y="222122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xmlns="" id="{A2ECC6F6-A4A0-4672-8659-27C1C16408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68921" y="3818265"/>
            <a:ext cx="2672808" cy="3039735"/>
          </a:xfrm>
          <a:custGeom>
            <a:avLst/>
            <a:gdLst>
              <a:gd name="connsiteX0" fmla="*/ 287495 w 2672808"/>
              <a:gd name="connsiteY0" fmla="*/ 0 h 3039735"/>
              <a:gd name="connsiteX1" fmla="*/ 542049 w 2672808"/>
              <a:gd name="connsiteY1" fmla="*/ 0 h 3039735"/>
              <a:gd name="connsiteX2" fmla="*/ 566725 w 2672808"/>
              <a:gd name="connsiteY2" fmla="*/ 23363 h 3039735"/>
              <a:gd name="connsiteX3" fmla="*/ 757670 w 2672808"/>
              <a:gd name="connsiteY3" fmla="*/ 204146 h 3039735"/>
              <a:gd name="connsiteX4" fmla="*/ 1903160 w 2672808"/>
              <a:gd name="connsiteY4" fmla="*/ 204146 h 3039735"/>
              <a:gd name="connsiteX5" fmla="*/ 2094105 w 2672808"/>
              <a:gd name="connsiteY5" fmla="*/ 23363 h 3039735"/>
              <a:gd name="connsiteX6" fmla="*/ 2118781 w 2672808"/>
              <a:gd name="connsiteY6" fmla="*/ 0 h 3039735"/>
              <a:gd name="connsiteX7" fmla="*/ 2385313 w 2672808"/>
              <a:gd name="connsiteY7" fmla="*/ 0 h 3039735"/>
              <a:gd name="connsiteX8" fmla="*/ 2672808 w 2672808"/>
              <a:gd name="connsiteY8" fmla="*/ 272193 h 3039735"/>
              <a:gd name="connsiteX9" fmla="*/ 2672808 w 2672808"/>
              <a:gd name="connsiteY9" fmla="*/ 3039735 h 3039735"/>
              <a:gd name="connsiteX10" fmla="*/ 0 w 2672808"/>
              <a:gd name="connsiteY10" fmla="*/ 3039735 h 3039735"/>
              <a:gd name="connsiteX11" fmla="*/ 0 w 2672808"/>
              <a:gd name="connsiteY11" fmla="*/ 272193 h 3039735"/>
              <a:gd name="connsiteX12" fmla="*/ 287495 w 2672808"/>
              <a:gd name="connsiteY12" fmla="*/ 0 h 303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2808" h="3039735">
                <a:moveTo>
                  <a:pt x="287495" y="0"/>
                </a:moveTo>
                <a:lnTo>
                  <a:pt x="542049" y="0"/>
                </a:lnTo>
                <a:cubicBezTo>
                  <a:pt x="555645" y="0"/>
                  <a:pt x="566725" y="10435"/>
                  <a:pt x="566725" y="23363"/>
                </a:cubicBezTo>
                <a:cubicBezTo>
                  <a:pt x="566725" y="123224"/>
                  <a:pt x="652255" y="204146"/>
                  <a:pt x="757670" y="204146"/>
                </a:cubicBezTo>
                <a:lnTo>
                  <a:pt x="1903160" y="204146"/>
                </a:lnTo>
                <a:cubicBezTo>
                  <a:pt x="2008635" y="204146"/>
                  <a:pt x="2094105" y="123168"/>
                  <a:pt x="2094105" y="23363"/>
                </a:cubicBezTo>
                <a:cubicBezTo>
                  <a:pt x="2094105" y="10491"/>
                  <a:pt x="2105125" y="0"/>
                  <a:pt x="2118781" y="0"/>
                </a:cubicBezTo>
                <a:lnTo>
                  <a:pt x="2385313" y="0"/>
                </a:lnTo>
                <a:cubicBezTo>
                  <a:pt x="2544095" y="0"/>
                  <a:pt x="2672808" y="121864"/>
                  <a:pt x="2672808" y="272193"/>
                </a:cubicBezTo>
                <a:lnTo>
                  <a:pt x="2672808" y="3039735"/>
                </a:lnTo>
                <a:lnTo>
                  <a:pt x="0" y="3039735"/>
                </a:lnTo>
                <a:lnTo>
                  <a:pt x="0" y="272193"/>
                </a:lnTo>
                <a:cubicBezTo>
                  <a:pt x="0" y="121864"/>
                  <a:pt x="128714" y="0"/>
                  <a:pt x="2874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DAE6C28-A080-4420-92C4-3AC673E4DAE1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xmlns="" id="{DA6378AF-10CF-415A-9A2B-A4DF0CDD2A8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037829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119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2148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412611C-8F42-4A88-BF2C-3F14A15A3A2D}"/>
              </a:ext>
            </a:extLst>
          </p:cNvPr>
          <p:cNvSpPr/>
          <p:nvPr userDrawn="1"/>
        </p:nvSpPr>
        <p:spPr>
          <a:xfrm>
            <a:off x="4200072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xmlns="" id="{96E1EE68-F749-4414-A326-ABFB18D5E9AF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5002832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3346C86-7BD4-4931-8982-4954A955A0D2}"/>
              </a:ext>
            </a:extLst>
          </p:cNvPr>
          <p:cNvSpPr/>
          <p:nvPr userDrawn="1"/>
        </p:nvSpPr>
        <p:spPr>
          <a:xfrm>
            <a:off x="7997604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xmlns="" id="{4938B100-7DB2-4283-A72B-BFBB92152E89}"/>
              </a:ext>
            </a:extLst>
          </p:cNvPr>
          <p:cNvSpPr>
            <a:spLocks noGrp="1"/>
          </p:cNvSpPr>
          <p:nvPr>
            <p:ph type="pic" idx="24" hasCustomPrompt="1"/>
          </p:nvPr>
        </p:nvSpPr>
        <p:spPr>
          <a:xfrm>
            <a:off x="8800364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2A0F9E1-604E-4D14-8F49-BC5799DEC58C}"/>
              </a:ext>
            </a:extLst>
          </p:cNvPr>
          <p:cNvSpPr/>
          <p:nvPr userDrawn="1"/>
        </p:nvSpPr>
        <p:spPr>
          <a:xfrm>
            <a:off x="4200072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xmlns="" id="{F14D57A3-AC8C-481C-AFAC-A9FCFB199B2D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5002832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ECC6AC5-F655-4421-A219-B2F76C6CA2FD}"/>
              </a:ext>
            </a:extLst>
          </p:cNvPr>
          <p:cNvSpPr/>
          <p:nvPr userDrawn="1"/>
        </p:nvSpPr>
        <p:spPr>
          <a:xfrm>
            <a:off x="7997604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xmlns="" id="{BA2332AA-B2D0-4A28-A218-73EE3FE44954}"/>
              </a:ext>
            </a:extLst>
          </p:cNvPr>
          <p:cNvSpPr>
            <a:spLocks noGrp="1"/>
          </p:cNvSpPr>
          <p:nvPr>
            <p:ph type="pic" idx="26" hasCustomPrompt="1"/>
          </p:nvPr>
        </p:nvSpPr>
        <p:spPr>
          <a:xfrm>
            <a:off x="8800364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64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icture Placeholder 162">
            <a:extLst>
              <a:ext uri="{FF2B5EF4-FFF2-40B4-BE49-F238E27FC236}">
                <a16:creationId xmlns:a16="http://schemas.microsoft.com/office/drawing/2014/main" xmlns="" id="{8824B83C-4516-440E-B27E-09F0426F6C97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1" y="2"/>
            <a:ext cx="12191999" cy="6877477"/>
          </a:xfrm>
          <a:custGeom>
            <a:avLst/>
            <a:gdLst>
              <a:gd name="connsiteX0" fmla="*/ 11053396 w 12191999"/>
              <a:gd name="connsiteY0" fmla="*/ 5847975 h 6877477"/>
              <a:gd name="connsiteX1" fmla="*/ 12034143 w 12191999"/>
              <a:gd name="connsiteY1" fmla="*/ 6828722 h 6877477"/>
              <a:gd name="connsiteX2" fmla="*/ 11985388 w 12191999"/>
              <a:gd name="connsiteY2" fmla="*/ 6877477 h 6877477"/>
              <a:gd name="connsiteX3" fmla="*/ 10121403 w 12191999"/>
              <a:gd name="connsiteY3" fmla="*/ 6877477 h 6877477"/>
              <a:gd name="connsiteX4" fmla="*/ 10072648 w 12191999"/>
              <a:gd name="connsiteY4" fmla="*/ 6828722 h 6877477"/>
              <a:gd name="connsiteX5" fmla="*/ 12182376 w 12191999"/>
              <a:gd name="connsiteY5" fmla="*/ 4716808 h 6877477"/>
              <a:gd name="connsiteX6" fmla="*/ 12191999 w 12191999"/>
              <a:gd name="connsiteY6" fmla="*/ 4726431 h 6877477"/>
              <a:gd name="connsiteX7" fmla="*/ 12191999 w 12191999"/>
              <a:gd name="connsiteY7" fmla="*/ 6668679 h 6877477"/>
              <a:gd name="connsiteX8" fmla="*/ 12182376 w 12191999"/>
              <a:gd name="connsiteY8" fmla="*/ 6678302 h 6877477"/>
              <a:gd name="connsiteX9" fmla="*/ 11201628 w 12191999"/>
              <a:gd name="connsiteY9" fmla="*/ 5697555 h 6877477"/>
              <a:gd name="connsiteX10" fmla="*/ 9949130 w 12191999"/>
              <a:gd name="connsiteY10" fmla="*/ 4716808 h 6877477"/>
              <a:gd name="connsiteX11" fmla="*/ 10929877 w 12191999"/>
              <a:gd name="connsiteY11" fmla="*/ 5697555 h 6877477"/>
              <a:gd name="connsiteX12" fmla="*/ 9949130 w 12191999"/>
              <a:gd name="connsiteY12" fmla="*/ 6678302 h 6877477"/>
              <a:gd name="connsiteX13" fmla="*/ 8968382 w 12191999"/>
              <a:gd name="connsiteY13" fmla="*/ 5697555 h 6877477"/>
              <a:gd name="connsiteX14" fmla="*/ 11053396 w 12191999"/>
              <a:gd name="connsiteY14" fmla="*/ 3580491 h 6877477"/>
              <a:gd name="connsiteX15" fmla="*/ 12034143 w 12191999"/>
              <a:gd name="connsiteY15" fmla="*/ 4561237 h 6877477"/>
              <a:gd name="connsiteX16" fmla="*/ 11053396 w 12191999"/>
              <a:gd name="connsiteY16" fmla="*/ 5541984 h 6877477"/>
              <a:gd name="connsiteX17" fmla="*/ 10072648 w 12191999"/>
              <a:gd name="connsiteY17" fmla="*/ 4561237 h 6877477"/>
              <a:gd name="connsiteX18" fmla="*/ 8844864 w 12191999"/>
              <a:gd name="connsiteY18" fmla="*/ 3580491 h 6877477"/>
              <a:gd name="connsiteX19" fmla="*/ 9825611 w 12191999"/>
              <a:gd name="connsiteY19" fmla="*/ 4561237 h 6877477"/>
              <a:gd name="connsiteX20" fmla="*/ 8844864 w 12191999"/>
              <a:gd name="connsiteY20" fmla="*/ 5541984 h 6877477"/>
              <a:gd name="connsiteX21" fmla="*/ 7864116 w 12191999"/>
              <a:gd name="connsiteY21" fmla="*/ 4561237 h 6877477"/>
              <a:gd name="connsiteX22" fmla="*/ 10739 w 12191999"/>
              <a:gd name="connsiteY22" fmla="*/ 3580491 h 6877477"/>
              <a:gd name="connsiteX23" fmla="*/ 991485 w 12191999"/>
              <a:gd name="connsiteY23" fmla="*/ 4561237 h 6877477"/>
              <a:gd name="connsiteX24" fmla="*/ 10739 w 12191999"/>
              <a:gd name="connsiteY24" fmla="*/ 5541984 h 6877477"/>
              <a:gd name="connsiteX25" fmla="*/ 0 w 12191999"/>
              <a:gd name="connsiteY25" fmla="*/ 5531245 h 6877477"/>
              <a:gd name="connsiteX26" fmla="*/ 0 w 12191999"/>
              <a:gd name="connsiteY26" fmla="*/ 3591230 h 6877477"/>
              <a:gd name="connsiteX27" fmla="*/ 1115005 w 12191999"/>
              <a:gd name="connsiteY27" fmla="*/ 2448297 h 6877477"/>
              <a:gd name="connsiteX28" fmla="*/ 2095752 w 12191999"/>
              <a:gd name="connsiteY28" fmla="*/ 3429042 h 6877477"/>
              <a:gd name="connsiteX29" fmla="*/ 1115005 w 12191999"/>
              <a:gd name="connsiteY29" fmla="*/ 4409788 h 6877477"/>
              <a:gd name="connsiteX30" fmla="*/ 134258 w 12191999"/>
              <a:gd name="connsiteY30" fmla="*/ 3429042 h 6877477"/>
              <a:gd name="connsiteX31" fmla="*/ 12182376 w 12191999"/>
              <a:gd name="connsiteY31" fmla="*/ 2448295 h 6877477"/>
              <a:gd name="connsiteX32" fmla="*/ 12191999 w 12191999"/>
              <a:gd name="connsiteY32" fmla="*/ 2457918 h 6877477"/>
              <a:gd name="connsiteX33" fmla="*/ 12191999 w 12191999"/>
              <a:gd name="connsiteY33" fmla="*/ 4400165 h 6877477"/>
              <a:gd name="connsiteX34" fmla="*/ 12182376 w 12191999"/>
              <a:gd name="connsiteY34" fmla="*/ 4409788 h 6877477"/>
              <a:gd name="connsiteX35" fmla="*/ 11201628 w 12191999"/>
              <a:gd name="connsiteY35" fmla="*/ 3429042 h 6877477"/>
              <a:gd name="connsiteX36" fmla="*/ 9949130 w 12191999"/>
              <a:gd name="connsiteY36" fmla="*/ 2448295 h 6877477"/>
              <a:gd name="connsiteX37" fmla="*/ 10929877 w 12191999"/>
              <a:gd name="connsiteY37" fmla="*/ 3429042 h 6877477"/>
              <a:gd name="connsiteX38" fmla="*/ 9949130 w 12191999"/>
              <a:gd name="connsiteY38" fmla="*/ 4409788 h 6877477"/>
              <a:gd name="connsiteX39" fmla="*/ 8968382 w 12191999"/>
              <a:gd name="connsiteY39" fmla="*/ 3429042 h 6877477"/>
              <a:gd name="connsiteX40" fmla="*/ 7740598 w 12191999"/>
              <a:gd name="connsiteY40" fmla="*/ 2448295 h 6877477"/>
              <a:gd name="connsiteX41" fmla="*/ 8721345 w 12191999"/>
              <a:gd name="connsiteY41" fmla="*/ 3429042 h 6877477"/>
              <a:gd name="connsiteX42" fmla="*/ 7740598 w 12191999"/>
              <a:gd name="connsiteY42" fmla="*/ 4409788 h 6877477"/>
              <a:gd name="connsiteX43" fmla="*/ 6759852 w 12191999"/>
              <a:gd name="connsiteY43" fmla="*/ 3429042 h 6877477"/>
              <a:gd name="connsiteX44" fmla="*/ 11053396 w 12191999"/>
              <a:gd name="connsiteY44" fmla="*/ 1313009 h 6877477"/>
              <a:gd name="connsiteX45" fmla="*/ 12034143 w 12191999"/>
              <a:gd name="connsiteY45" fmla="*/ 2293756 h 6877477"/>
              <a:gd name="connsiteX46" fmla="*/ 11053396 w 12191999"/>
              <a:gd name="connsiteY46" fmla="*/ 3274502 h 6877477"/>
              <a:gd name="connsiteX47" fmla="*/ 10072648 w 12191999"/>
              <a:gd name="connsiteY47" fmla="*/ 2293756 h 6877477"/>
              <a:gd name="connsiteX48" fmla="*/ 8844864 w 12191999"/>
              <a:gd name="connsiteY48" fmla="*/ 1313009 h 6877477"/>
              <a:gd name="connsiteX49" fmla="*/ 9825611 w 12191999"/>
              <a:gd name="connsiteY49" fmla="*/ 2293756 h 6877477"/>
              <a:gd name="connsiteX50" fmla="*/ 8844864 w 12191999"/>
              <a:gd name="connsiteY50" fmla="*/ 3274503 h 6877477"/>
              <a:gd name="connsiteX51" fmla="*/ 7864116 w 12191999"/>
              <a:gd name="connsiteY51" fmla="*/ 2293756 h 6877477"/>
              <a:gd name="connsiteX52" fmla="*/ 6636337 w 12191999"/>
              <a:gd name="connsiteY52" fmla="*/ 1313009 h 6877477"/>
              <a:gd name="connsiteX53" fmla="*/ 7617079 w 12191999"/>
              <a:gd name="connsiteY53" fmla="*/ 2293756 h 6877477"/>
              <a:gd name="connsiteX54" fmla="*/ 6636337 w 12191999"/>
              <a:gd name="connsiteY54" fmla="*/ 3274503 h 6877477"/>
              <a:gd name="connsiteX55" fmla="*/ 5655588 w 12191999"/>
              <a:gd name="connsiteY55" fmla="*/ 2293756 h 6877477"/>
              <a:gd name="connsiteX56" fmla="*/ 2219273 w 12191999"/>
              <a:gd name="connsiteY56" fmla="*/ 1313009 h 6877477"/>
              <a:gd name="connsiteX57" fmla="*/ 3200020 w 12191999"/>
              <a:gd name="connsiteY57" fmla="*/ 2293756 h 6877477"/>
              <a:gd name="connsiteX58" fmla="*/ 2219273 w 12191999"/>
              <a:gd name="connsiteY58" fmla="*/ 3274503 h 6877477"/>
              <a:gd name="connsiteX59" fmla="*/ 1238524 w 12191999"/>
              <a:gd name="connsiteY59" fmla="*/ 2293756 h 6877477"/>
              <a:gd name="connsiteX60" fmla="*/ 10741 w 12191999"/>
              <a:gd name="connsiteY60" fmla="*/ 1313009 h 6877477"/>
              <a:gd name="connsiteX61" fmla="*/ 991488 w 12191999"/>
              <a:gd name="connsiteY61" fmla="*/ 2293756 h 6877477"/>
              <a:gd name="connsiteX62" fmla="*/ 10741 w 12191999"/>
              <a:gd name="connsiteY62" fmla="*/ 3274503 h 6877477"/>
              <a:gd name="connsiteX63" fmla="*/ 0 w 12191999"/>
              <a:gd name="connsiteY63" fmla="*/ 3263761 h 6877477"/>
              <a:gd name="connsiteX64" fmla="*/ 0 w 12191999"/>
              <a:gd name="connsiteY64" fmla="*/ 1323750 h 6877477"/>
              <a:gd name="connsiteX65" fmla="*/ 7740598 w 12191999"/>
              <a:gd name="connsiteY65" fmla="*/ 179783 h 6877477"/>
              <a:gd name="connsiteX66" fmla="*/ 8721345 w 12191999"/>
              <a:gd name="connsiteY66" fmla="*/ 1160530 h 6877477"/>
              <a:gd name="connsiteX67" fmla="*/ 7740598 w 12191999"/>
              <a:gd name="connsiteY67" fmla="*/ 2141277 h 6877477"/>
              <a:gd name="connsiteX68" fmla="*/ 6759852 w 12191999"/>
              <a:gd name="connsiteY68" fmla="*/ 1160530 h 6877477"/>
              <a:gd name="connsiteX69" fmla="*/ 5532073 w 12191999"/>
              <a:gd name="connsiteY69" fmla="*/ 179783 h 6877477"/>
              <a:gd name="connsiteX70" fmla="*/ 6512819 w 12191999"/>
              <a:gd name="connsiteY70" fmla="*/ 1160530 h 6877477"/>
              <a:gd name="connsiteX71" fmla="*/ 5532073 w 12191999"/>
              <a:gd name="connsiteY71" fmla="*/ 2141277 h 6877477"/>
              <a:gd name="connsiteX72" fmla="*/ 4551324 w 12191999"/>
              <a:gd name="connsiteY72" fmla="*/ 1160530 h 6877477"/>
              <a:gd name="connsiteX73" fmla="*/ 3323540 w 12191999"/>
              <a:gd name="connsiteY73" fmla="*/ 179783 h 6877477"/>
              <a:gd name="connsiteX74" fmla="*/ 4304287 w 12191999"/>
              <a:gd name="connsiteY74" fmla="*/ 1160530 h 6877477"/>
              <a:gd name="connsiteX75" fmla="*/ 3323540 w 12191999"/>
              <a:gd name="connsiteY75" fmla="*/ 2141277 h 6877477"/>
              <a:gd name="connsiteX76" fmla="*/ 2342792 w 12191999"/>
              <a:gd name="connsiteY76" fmla="*/ 1160530 h 6877477"/>
              <a:gd name="connsiteX77" fmla="*/ 1115008 w 12191999"/>
              <a:gd name="connsiteY77" fmla="*/ 179783 h 6877477"/>
              <a:gd name="connsiteX78" fmla="*/ 2095755 w 12191999"/>
              <a:gd name="connsiteY78" fmla="*/ 1160530 h 6877477"/>
              <a:gd name="connsiteX79" fmla="*/ 1115008 w 12191999"/>
              <a:gd name="connsiteY79" fmla="*/ 2141277 h 6877477"/>
              <a:gd name="connsiteX80" fmla="*/ 134260 w 12191999"/>
              <a:gd name="connsiteY80" fmla="*/ 1160530 h 6877477"/>
              <a:gd name="connsiteX81" fmla="*/ 12182376 w 12191999"/>
              <a:gd name="connsiteY81" fmla="*/ 179782 h 6877477"/>
              <a:gd name="connsiteX82" fmla="*/ 12191999 w 12191999"/>
              <a:gd name="connsiteY82" fmla="*/ 189405 h 6877477"/>
              <a:gd name="connsiteX83" fmla="*/ 12191999 w 12191999"/>
              <a:gd name="connsiteY83" fmla="*/ 2131652 h 6877477"/>
              <a:gd name="connsiteX84" fmla="*/ 12182376 w 12191999"/>
              <a:gd name="connsiteY84" fmla="*/ 2141275 h 6877477"/>
              <a:gd name="connsiteX85" fmla="*/ 11201628 w 12191999"/>
              <a:gd name="connsiteY85" fmla="*/ 1160529 h 6877477"/>
              <a:gd name="connsiteX86" fmla="*/ 9949130 w 12191999"/>
              <a:gd name="connsiteY86" fmla="*/ 179782 h 6877477"/>
              <a:gd name="connsiteX87" fmla="*/ 10929877 w 12191999"/>
              <a:gd name="connsiteY87" fmla="*/ 1160530 h 6877477"/>
              <a:gd name="connsiteX88" fmla="*/ 9949130 w 12191999"/>
              <a:gd name="connsiteY88" fmla="*/ 2141275 h 6877477"/>
              <a:gd name="connsiteX89" fmla="*/ 8968382 w 12191999"/>
              <a:gd name="connsiteY89" fmla="*/ 1160530 h 6877477"/>
              <a:gd name="connsiteX90" fmla="*/ 10098921 w 12191999"/>
              <a:gd name="connsiteY90" fmla="*/ 0 h 6877477"/>
              <a:gd name="connsiteX91" fmla="*/ 12007870 w 12191999"/>
              <a:gd name="connsiteY91" fmla="*/ 0 h 6877477"/>
              <a:gd name="connsiteX92" fmla="*/ 12034143 w 12191999"/>
              <a:gd name="connsiteY92" fmla="*/ 26273 h 6877477"/>
              <a:gd name="connsiteX93" fmla="*/ 11053396 w 12191999"/>
              <a:gd name="connsiteY93" fmla="*/ 1007020 h 6877477"/>
              <a:gd name="connsiteX94" fmla="*/ 10072648 w 12191999"/>
              <a:gd name="connsiteY94" fmla="*/ 26273 h 6877477"/>
              <a:gd name="connsiteX95" fmla="*/ 7890389 w 12191999"/>
              <a:gd name="connsiteY95" fmla="*/ 0 h 6877477"/>
              <a:gd name="connsiteX96" fmla="*/ 9799338 w 12191999"/>
              <a:gd name="connsiteY96" fmla="*/ 0 h 6877477"/>
              <a:gd name="connsiteX97" fmla="*/ 9825611 w 12191999"/>
              <a:gd name="connsiteY97" fmla="*/ 26273 h 6877477"/>
              <a:gd name="connsiteX98" fmla="*/ 8844864 w 12191999"/>
              <a:gd name="connsiteY98" fmla="*/ 1007020 h 6877477"/>
              <a:gd name="connsiteX99" fmla="*/ 7864116 w 12191999"/>
              <a:gd name="connsiteY99" fmla="*/ 26273 h 6877477"/>
              <a:gd name="connsiteX100" fmla="*/ 5681864 w 12191999"/>
              <a:gd name="connsiteY100" fmla="*/ 0 h 6877477"/>
              <a:gd name="connsiteX101" fmla="*/ 7590806 w 12191999"/>
              <a:gd name="connsiteY101" fmla="*/ 0 h 6877477"/>
              <a:gd name="connsiteX102" fmla="*/ 7617079 w 12191999"/>
              <a:gd name="connsiteY102" fmla="*/ 26273 h 6877477"/>
              <a:gd name="connsiteX103" fmla="*/ 6636339 w 12191999"/>
              <a:gd name="connsiteY103" fmla="*/ 1007020 h 6877477"/>
              <a:gd name="connsiteX104" fmla="*/ 5655591 w 12191999"/>
              <a:gd name="connsiteY104" fmla="*/ 26273 h 6877477"/>
              <a:gd name="connsiteX105" fmla="*/ 3473334 w 12191999"/>
              <a:gd name="connsiteY105" fmla="*/ 0 h 6877477"/>
              <a:gd name="connsiteX106" fmla="*/ 5382281 w 12191999"/>
              <a:gd name="connsiteY106" fmla="*/ 0 h 6877477"/>
              <a:gd name="connsiteX107" fmla="*/ 5408554 w 12191999"/>
              <a:gd name="connsiteY107" fmla="*/ 26274 h 6877477"/>
              <a:gd name="connsiteX108" fmla="*/ 4427806 w 12191999"/>
              <a:gd name="connsiteY108" fmla="*/ 1007020 h 6877477"/>
              <a:gd name="connsiteX109" fmla="*/ 3447060 w 12191999"/>
              <a:gd name="connsiteY109" fmla="*/ 26274 h 6877477"/>
              <a:gd name="connsiteX110" fmla="*/ 1264801 w 12191999"/>
              <a:gd name="connsiteY110" fmla="*/ 0 h 6877477"/>
              <a:gd name="connsiteX111" fmla="*/ 3173749 w 12191999"/>
              <a:gd name="connsiteY111" fmla="*/ 0 h 6877477"/>
              <a:gd name="connsiteX112" fmla="*/ 3200023 w 12191999"/>
              <a:gd name="connsiteY112" fmla="*/ 26274 h 6877477"/>
              <a:gd name="connsiteX113" fmla="*/ 2219276 w 12191999"/>
              <a:gd name="connsiteY113" fmla="*/ 1007020 h 6877477"/>
              <a:gd name="connsiteX114" fmla="*/ 1238527 w 12191999"/>
              <a:gd name="connsiteY114" fmla="*/ 26274 h 6877477"/>
              <a:gd name="connsiteX115" fmla="*/ 0 w 12191999"/>
              <a:gd name="connsiteY115" fmla="*/ 0 h 6877477"/>
              <a:gd name="connsiteX116" fmla="*/ 965216 w 12191999"/>
              <a:gd name="connsiteY116" fmla="*/ 0 h 6877477"/>
              <a:gd name="connsiteX117" fmla="*/ 991490 w 12191999"/>
              <a:gd name="connsiteY117" fmla="*/ 26274 h 6877477"/>
              <a:gd name="connsiteX118" fmla="*/ 10744 w 12191999"/>
              <a:gd name="connsiteY118" fmla="*/ 1007021 h 6877477"/>
              <a:gd name="connsiteX119" fmla="*/ 0 w 12191999"/>
              <a:gd name="connsiteY119" fmla="*/ 996277 h 687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2191999" h="6877477">
                <a:moveTo>
                  <a:pt x="11053396" y="5847975"/>
                </a:moveTo>
                <a:lnTo>
                  <a:pt x="12034143" y="6828722"/>
                </a:lnTo>
                <a:lnTo>
                  <a:pt x="11985388" y="6877477"/>
                </a:lnTo>
                <a:lnTo>
                  <a:pt x="10121403" y="6877477"/>
                </a:lnTo>
                <a:lnTo>
                  <a:pt x="10072648" y="6828722"/>
                </a:lnTo>
                <a:close/>
                <a:moveTo>
                  <a:pt x="12182376" y="4716808"/>
                </a:moveTo>
                <a:lnTo>
                  <a:pt x="12191999" y="4726431"/>
                </a:lnTo>
                <a:lnTo>
                  <a:pt x="12191999" y="6668679"/>
                </a:lnTo>
                <a:lnTo>
                  <a:pt x="12182376" y="6678302"/>
                </a:lnTo>
                <a:lnTo>
                  <a:pt x="11201628" y="5697555"/>
                </a:lnTo>
                <a:close/>
                <a:moveTo>
                  <a:pt x="9949130" y="4716808"/>
                </a:moveTo>
                <a:lnTo>
                  <a:pt x="10929877" y="5697555"/>
                </a:lnTo>
                <a:lnTo>
                  <a:pt x="9949130" y="6678302"/>
                </a:lnTo>
                <a:lnTo>
                  <a:pt x="8968382" y="5697555"/>
                </a:lnTo>
                <a:close/>
                <a:moveTo>
                  <a:pt x="11053396" y="3580491"/>
                </a:moveTo>
                <a:lnTo>
                  <a:pt x="12034143" y="4561237"/>
                </a:lnTo>
                <a:lnTo>
                  <a:pt x="11053396" y="5541984"/>
                </a:lnTo>
                <a:lnTo>
                  <a:pt x="10072648" y="4561237"/>
                </a:lnTo>
                <a:close/>
                <a:moveTo>
                  <a:pt x="8844864" y="3580491"/>
                </a:moveTo>
                <a:lnTo>
                  <a:pt x="9825611" y="4561237"/>
                </a:lnTo>
                <a:lnTo>
                  <a:pt x="8844864" y="5541984"/>
                </a:lnTo>
                <a:lnTo>
                  <a:pt x="7864116" y="4561237"/>
                </a:lnTo>
                <a:close/>
                <a:moveTo>
                  <a:pt x="10739" y="3580491"/>
                </a:moveTo>
                <a:lnTo>
                  <a:pt x="991485" y="4561237"/>
                </a:lnTo>
                <a:lnTo>
                  <a:pt x="10739" y="5541984"/>
                </a:lnTo>
                <a:lnTo>
                  <a:pt x="0" y="5531245"/>
                </a:lnTo>
                <a:lnTo>
                  <a:pt x="0" y="3591230"/>
                </a:lnTo>
                <a:close/>
                <a:moveTo>
                  <a:pt x="1115005" y="2448297"/>
                </a:moveTo>
                <a:lnTo>
                  <a:pt x="2095752" y="3429042"/>
                </a:lnTo>
                <a:lnTo>
                  <a:pt x="1115005" y="4409788"/>
                </a:lnTo>
                <a:lnTo>
                  <a:pt x="134258" y="3429042"/>
                </a:lnTo>
                <a:close/>
                <a:moveTo>
                  <a:pt x="12182376" y="2448295"/>
                </a:moveTo>
                <a:lnTo>
                  <a:pt x="12191999" y="2457918"/>
                </a:lnTo>
                <a:lnTo>
                  <a:pt x="12191999" y="4400165"/>
                </a:lnTo>
                <a:lnTo>
                  <a:pt x="12182376" y="4409788"/>
                </a:lnTo>
                <a:lnTo>
                  <a:pt x="11201628" y="3429042"/>
                </a:lnTo>
                <a:close/>
                <a:moveTo>
                  <a:pt x="9949130" y="2448295"/>
                </a:moveTo>
                <a:lnTo>
                  <a:pt x="10929877" y="3429042"/>
                </a:lnTo>
                <a:lnTo>
                  <a:pt x="9949130" y="4409788"/>
                </a:lnTo>
                <a:lnTo>
                  <a:pt x="8968382" y="3429042"/>
                </a:lnTo>
                <a:close/>
                <a:moveTo>
                  <a:pt x="7740598" y="2448295"/>
                </a:moveTo>
                <a:lnTo>
                  <a:pt x="8721345" y="3429042"/>
                </a:lnTo>
                <a:lnTo>
                  <a:pt x="7740598" y="4409788"/>
                </a:lnTo>
                <a:lnTo>
                  <a:pt x="6759852" y="3429042"/>
                </a:lnTo>
                <a:close/>
                <a:moveTo>
                  <a:pt x="11053396" y="1313009"/>
                </a:moveTo>
                <a:lnTo>
                  <a:pt x="12034143" y="2293756"/>
                </a:lnTo>
                <a:lnTo>
                  <a:pt x="11053396" y="3274502"/>
                </a:lnTo>
                <a:lnTo>
                  <a:pt x="10072648" y="2293756"/>
                </a:lnTo>
                <a:close/>
                <a:moveTo>
                  <a:pt x="8844864" y="1313009"/>
                </a:moveTo>
                <a:lnTo>
                  <a:pt x="9825611" y="2293756"/>
                </a:lnTo>
                <a:lnTo>
                  <a:pt x="8844864" y="3274503"/>
                </a:lnTo>
                <a:lnTo>
                  <a:pt x="7864116" y="2293756"/>
                </a:lnTo>
                <a:close/>
                <a:moveTo>
                  <a:pt x="6636337" y="1313009"/>
                </a:moveTo>
                <a:lnTo>
                  <a:pt x="7617079" y="2293756"/>
                </a:lnTo>
                <a:lnTo>
                  <a:pt x="6636337" y="3274503"/>
                </a:lnTo>
                <a:lnTo>
                  <a:pt x="5655588" y="2293756"/>
                </a:lnTo>
                <a:close/>
                <a:moveTo>
                  <a:pt x="2219273" y="1313009"/>
                </a:moveTo>
                <a:lnTo>
                  <a:pt x="3200020" y="2293756"/>
                </a:lnTo>
                <a:lnTo>
                  <a:pt x="2219273" y="3274503"/>
                </a:lnTo>
                <a:lnTo>
                  <a:pt x="1238524" y="2293756"/>
                </a:lnTo>
                <a:close/>
                <a:moveTo>
                  <a:pt x="10741" y="1313009"/>
                </a:moveTo>
                <a:lnTo>
                  <a:pt x="991488" y="2293756"/>
                </a:lnTo>
                <a:lnTo>
                  <a:pt x="10741" y="3274503"/>
                </a:lnTo>
                <a:lnTo>
                  <a:pt x="0" y="3263761"/>
                </a:lnTo>
                <a:lnTo>
                  <a:pt x="0" y="1323750"/>
                </a:lnTo>
                <a:close/>
                <a:moveTo>
                  <a:pt x="7740598" y="179783"/>
                </a:moveTo>
                <a:lnTo>
                  <a:pt x="8721345" y="1160530"/>
                </a:lnTo>
                <a:lnTo>
                  <a:pt x="7740598" y="2141277"/>
                </a:lnTo>
                <a:lnTo>
                  <a:pt x="6759852" y="1160530"/>
                </a:lnTo>
                <a:close/>
                <a:moveTo>
                  <a:pt x="5532073" y="179783"/>
                </a:moveTo>
                <a:lnTo>
                  <a:pt x="6512819" y="1160530"/>
                </a:lnTo>
                <a:lnTo>
                  <a:pt x="5532073" y="2141277"/>
                </a:lnTo>
                <a:lnTo>
                  <a:pt x="4551324" y="1160530"/>
                </a:lnTo>
                <a:close/>
                <a:moveTo>
                  <a:pt x="3323540" y="179783"/>
                </a:moveTo>
                <a:lnTo>
                  <a:pt x="4304287" y="1160530"/>
                </a:lnTo>
                <a:lnTo>
                  <a:pt x="3323540" y="2141277"/>
                </a:lnTo>
                <a:lnTo>
                  <a:pt x="2342792" y="1160530"/>
                </a:lnTo>
                <a:close/>
                <a:moveTo>
                  <a:pt x="1115008" y="179783"/>
                </a:moveTo>
                <a:lnTo>
                  <a:pt x="2095755" y="1160530"/>
                </a:lnTo>
                <a:lnTo>
                  <a:pt x="1115008" y="2141277"/>
                </a:lnTo>
                <a:lnTo>
                  <a:pt x="134260" y="1160530"/>
                </a:lnTo>
                <a:close/>
                <a:moveTo>
                  <a:pt x="12182376" y="179782"/>
                </a:moveTo>
                <a:lnTo>
                  <a:pt x="12191999" y="189405"/>
                </a:lnTo>
                <a:lnTo>
                  <a:pt x="12191999" y="2131652"/>
                </a:lnTo>
                <a:lnTo>
                  <a:pt x="12182376" y="2141275"/>
                </a:lnTo>
                <a:lnTo>
                  <a:pt x="11201628" y="1160529"/>
                </a:lnTo>
                <a:close/>
                <a:moveTo>
                  <a:pt x="9949130" y="179782"/>
                </a:moveTo>
                <a:lnTo>
                  <a:pt x="10929877" y="1160530"/>
                </a:lnTo>
                <a:lnTo>
                  <a:pt x="9949130" y="2141275"/>
                </a:lnTo>
                <a:lnTo>
                  <a:pt x="8968382" y="1160530"/>
                </a:lnTo>
                <a:close/>
                <a:moveTo>
                  <a:pt x="10098921" y="0"/>
                </a:moveTo>
                <a:lnTo>
                  <a:pt x="12007870" y="0"/>
                </a:lnTo>
                <a:lnTo>
                  <a:pt x="12034143" y="26273"/>
                </a:lnTo>
                <a:lnTo>
                  <a:pt x="11053396" y="1007020"/>
                </a:lnTo>
                <a:lnTo>
                  <a:pt x="10072648" y="26273"/>
                </a:lnTo>
                <a:close/>
                <a:moveTo>
                  <a:pt x="7890389" y="0"/>
                </a:moveTo>
                <a:lnTo>
                  <a:pt x="9799338" y="0"/>
                </a:lnTo>
                <a:lnTo>
                  <a:pt x="9825611" y="26273"/>
                </a:lnTo>
                <a:lnTo>
                  <a:pt x="8844864" y="1007020"/>
                </a:lnTo>
                <a:lnTo>
                  <a:pt x="7864116" y="26273"/>
                </a:lnTo>
                <a:close/>
                <a:moveTo>
                  <a:pt x="5681864" y="0"/>
                </a:moveTo>
                <a:lnTo>
                  <a:pt x="7590806" y="0"/>
                </a:lnTo>
                <a:lnTo>
                  <a:pt x="7617079" y="26273"/>
                </a:lnTo>
                <a:lnTo>
                  <a:pt x="6636339" y="1007020"/>
                </a:lnTo>
                <a:lnTo>
                  <a:pt x="5655591" y="26273"/>
                </a:lnTo>
                <a:close/>
                <a:moveTo>
                  <a:pt x="3473334" y="0"/>
                </a:moveTo>
                <a:lnTo>
                  <a:pt x="5382281" y="0"/>
                </a:lnTo>
                <a:lnTo>
                  <a:pt x="5408554" y="26274"/>
                </a:lnTo>
                <a:lnTo>
                  <a:pt x="4427806" y="1007020"/>
                </a:lnTo>
                <a:lnTo>
                  <a:pt x="3447060" y="26274"/>
                </a:lnTo>
                <a:close/>
                <a:moveTo>
                  <a:pt x="1264801" y="0"/>
                </a:moveTo>
                <a:lnTo>
                  <a:pt x="3173749" y="0"/>
                </a:lnTo>
                <a:lnTo>
                  <a:pt x="3200023" y="26274"/>
                </a:lnTo>
                <a:lnTo>
                  <a:pt x="2219276" y="1007020"/>
                </a:lnTo>
                <a:lnTo>
                  <a:pt x="1238527" y="26274"/>
                </a:lnTo>
                <a:close/>
                <a:moveTo>
                  <a:pt x="0" y="0"/>
                </a:moveTo>
                <a:lnTo>
                  <a:pt x="965216" y="0"/>
                </a:lnTo>
                <a:lnTo>
                  <a:pt x="991490" y="26274"/>
                </a:lnTo>
                <a:lnTo>
                  <a:pt x="10744" y="1007021"/>
                </a:lnTo>
                <a:lnTo>
                  <a:pt x="0" y="9962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7694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3980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2634E82-9DE3-4223-A15F-5A164AD987FB}"/>
              </a:ext>
            </a:extLst>
          </p:cNvPr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9FAEA46E-E59A-4542-8B95-8481B55D17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31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544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xmlns="" id="{E7E1C366-622C-4258-9753-26AABF54CF12}"/>
              </a:ext>
            </a:extLst>
          </p:cNvPr>
          <p:cNvSpPr/>
          <p:nvPr userDrawn="1"/>
        </p:nvSpPr>
        <p:spPr>
          <a:xfrm>
            <a:off x="6842775" y="17770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xmlns="" id="{E37D4E8D-7F93-45C0-8383-A68159D02D5D}"/>
              </a:ext>
            </a:extLst>
          </p:cNvPr>
          <p:cNvSpPr/>
          <p:nvPr userDrawn="1"/>
        </p:nvSpPr>
        <p:spPr>
          <a:xfrm>
            <a:off x="777225" y="17572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그림 개체 틀 6">
            <a:extLst>
              <a:ext uri="{FF2B5EF4-FFF2-40B4-BE49-F238E27FC236}">
                <a16:creationId xmlns:a16="http://schemas.microsoft.com/office/drawing/2014/main" xmlns="" id="{07AAD900-5C8A-46EE-8F3F-276E7A823B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5958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xmlns="" id="{3D697A47-3CD1-4E96-9516-FDE670F563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24043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xmlns="" id="{0E0CAB57-9982-4553-B1D9-4D6CC85D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4048090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0776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436E6B0-0030-4C24-AF1C-09B7BB3C4770}"/>
              </a:ext>
            </a:extLst>
          </p:cNvPr>
          <p:cNvSpPr/>
          <p:nvPr userDrawn="1"/>
        </p:nvSpPr>
        <p:spPr>
          <a:xfrm>
            <a:off x="0" y="474066"/>
            <a:ext cx="11704301" cy="5909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xmlns="" id="{418006F3-E488-44A0-A59A-E1D3B86006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9461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0802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4388469D-CBAC-4278-96C5-9EBCCAF5DD50}"/>
              </a:ext>
            </a:extLst>
          </p:cNvPr>
          <p:cNvSpPr/>
          <p:nvPr userDrawn="1"/>
        </p:nvSpPr>
        <p:spPr>
          <a:xfrm>
            <a:off x="6096000" y="837246"/>
            <a:ext cx="6096000" cy="2591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4DE17AA3-92FD-4003-9A41-EC77EF819880}"/>
              </a:ext>
            </a:extLst>
          </p:cNvPr>
          <p:cNvGrpSpPr/>
          <p:nvPr userDrawn="1"/>
        </p:nvGrpSpPr>
        <p:grpSpPr>
          <a:xfrm>
            <a:off x="1058291" y="3689597"/>
            <a:ext cx="2892793" cy="3168403"/>
            <a:chOff x="1058291" y="3689597"/>
            <a:chExt cx="2892793" cy="3168403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5AC033FD-1852-40D6-99E3-EAE0920A5C2F}"/>
                </a:ext>
              </a:extLst>
            </p:cNvPr>
            <p:cNvSpPr/>
            <p:nvPr userDrawn="1"/>
          </p:nvSpPr>
          <p:spPr>
            <a:xfrm>
              <a:off x="1062769" y="3689597"/>
              <a:ext cx="2885112" cy="3168403"/>
            </a:xfrm>
            <a:custGeom>
              <a:avLst/>
              <a:gdLst>
                <a:gd name="connsiteX0" fmla="*/ 380827 w 2885112"/>
                <a:gd name="connsiteY0" fmla="*/ 0 h 3168403"/>
                <a:gd name="connsiteX1" fmla="*/ 2504286 w 2885112"/>
                <a:gd name="connsiteY1" fmla="*/ 0 h 3168403"/>
                <a:gd name="connsiteX2" fmla="*/ 2885112 w 2885112"/>
                <a:gd name="connsiteY2" fmla="*/ 376422 h 3168403"/>
                <a:gd name="connsiteX3" fmla="*/ 2885112 w 2885112"/>
                <a:gd name="connsiteY3" fmla="*/ 3168403 h 3168403"/>
                <a:gd name="connsiteX4" fmla="*/ 0 w 2885112"/>
                <a:gd name="connsiteY4" fmla="*/ 3168403 h 3168403"/>
                <a:gd name="connsiteX5" fmla="*/ 0 w 2885112"/>
                <a:gd name="connsiteY5" fmla="*/ 376422 h 3168403"/>
                <a:gd name="connsiteX6" fmla="*/ 380827 w 2885112"/>
                <a:gd name="connsiteY6" fmla="*/ 0 h 316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5112" h="3168403">
                  <a:moveTo>
                    <a:pt x="380827" y="0"/>
                  </a:moveTo>
                  <a:lnTo>
                    <a:pt x="2504286" y="0"/>
                  </a:lnTo>
                  <a:cubicBezTo>
                    <a:pt x="2714606" y="0"/>
                    <a:pt x="2885112" y="168534"/>
                    <a:pt x="2885112" y="376422"/>
                  </a:cubicBezTo>
                  <a:lnTo>
                    <a:pt x="2885112" y="3168403"/>
                  </a:lnTo>
                  <a:lnTo>
                    <a:pt x="0" y="3168403"/>
                  </a:lnTo>
                  <a:lnTo>
                    <a:pt x="0" y="376422"/>
                  </a:lnTo>
                  <a:cubicBezTo>
                    <a:pt x="57" y="168534"/>
                    <a:pt x="170506" y="0"/>
                    <a:pt x="380827" y="0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xmlns="" id="{60E7AE36-51DF-4A4D-95F3-D16AA8913353}"/>
                </a:ext>
              </a:extLst>
            </p:cNvPr>
            <p:cNvSpPr/>
            <p:nvPr userDrawn="1"/>
          </p:nvSpPr>
          <p:spPr>
            <a:xfrm>
              <a:off x="1101424" y="3719878"/>
              <a:ext cx="2807801" cy="3138121"/>
            </a:xfrm>
            <a:custGeom>
              <a:avLst/>
              <a:gdLst>
                <a:gd name="connsiteX0" fmla="*/ 379798 w 2807801"/>
                <a:gd name="connsiteY0" fmla="*/ 0 h 3138121"/>
                <a:gd name="connsiteX1" fmla="*/ 2428003 w 2807801"/>
                <a:gd name="connsiteY1" fmla="*/ 0 h 3138121"/>
                <a:gd name="connsiteX2" fmla="*/ 2807801 w 2807801"/>
                <a:gd name="connsiteY2" fmla="*/ 376422 h 3138121"/>
                <a:gd name="connsiteX3" fmla="*/ 2807801 w 2807801"/>
                <a:gd name="connsiteY3" fmla="*/ 3138121 h 3138121"/>
                <a:gd name="connsiteX4" fmla="*/ 0 w 2807801"/>
                <a:gd name="connsiteY4" fmla="*/ 3138121 h 3138121"/>
                <a:gd name="connsiteX5" fmla="*/ 0 w 2807801"/>
                <a:gd name="connsiteY5" fmla="*/ 376422 h 3138121"/>
                <a:gd name="connsiteX6" fmla="*/ 379798 w 2807801"/>
                <a:gd name="connsiteY6" fmla="*/ 0 h 313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7801" h="3138121">
                  <a:moveTo>
                    <a:pt x="379798" y="0"/>
                  </a:moveTo>
                  <a:lnTo>
                    <a:pt x="2428003" y="0"/>
                  </a:lnTo>
                  <a:cubicBezTo>
                    <a:pt x="2637756" y="0"/>
                    <a:pt x="2807801" y="168533"/>
                    <a:pt x="2807801" y="376422"/>
                  </a:cubicBezTo>
                  <a:lnTo>
                    <a:pt x="2807801" y="3138121"/>
                  </a:lnTo>
                  <a:lnTo>
                    <a:pt x="0" y="3138121"/>
                  </a:lnTo>
                  <a:lnTo>
                    <a:pt x="0" y="376422"/>
                  </a:lnTo>
                  <a:cubicBezTo>
                    <a:pt x="0" y="168533"/>
                    <a:pt x="170045" y="0"/>
                    <a:pt x="379798" y="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xmlns="" id="{063AE936-DFE4-4DD0-A62C-1EAE232B97BD}"/>
                </a:ext>
              </a:extLst>
            </p:cNvPr>
            <p:cNvSpPr/>
            <p:nvPr/>
          </p:nvSpPr>
          <p:spPr>
            <a:xfrm>
              <a:off x="1058801" y="4510882"/>
              <a:ext cx="20187" cy="196716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xmlns="" id="{88C0DAA8-A60D-4797-A50D-3B59489A8922}"/>
                </a:ext>
              </a:extLst>
            </p:cNvPr>
            <p:cNvSpPr/>
            <p:nvPr/>
          </p:nvSpPr>
          <p:spPr>
            <a:xfrm>
              <a:off x="1058801" y="4932953"/>
              <a:ext cx="28182" cy="39235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xmlns="" id="{9E936F18-65C6-44D9-8BE4-E13C62005A59}"/>
                </a:ext>
              </a:extLst>
            </p:cNvPr>
            <p:cNvSpPr/>
            <p:nvPr/>
          </p:nvSpPr>
          <p:spPr>
            <a:xfrm>
              <a:off x="1058858" y="4961137"/>
              <a:ext cx="15935" cy="32856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xmlns="" id="{CDE1CBFD-B36F-4476-AD66-FE5689C99FEA}"/>
                </a:ext>
              </a:extLst>
            </p:cNvPr>
            <p:cNvSpPr/>
            <p:nvPr/>
          </p:nvSpPr>
          <p:spPr>
            <a:xfrm>
              <a:off x="1058291" y="5456869"/>
              <a:ext cx="28182" cy="39235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xmlns="" id="{54A97323-642E-4873-8ECB-8C82C47BBCE7}"/>
                </a:ext>
              </a:extLst>
            </p:cNvPr>
            <p:cNvSpPr/>
            <p:nvPr/>
          </p:nvSpPr>
          <p:spPr>
            <a:xfrm>
              <a:off x="1058291" y="5485053"/>
              <a:ext cx="15935" cy="32856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xmlns="" id="{E6FC4392-B579-420D-977D-05F6BAF6A444}"/>
                </a:ext>
              </a:extLst>
            </p:cNvPr>
            <p:cNvSpPr/>
            <p:nvPr/>
          </p:nvSpPr>
          <p:spPr>
            <a:xfrm>
              <a:off x="3922902" y="5064570"/>
              <a:ext cx="28182" cy="63500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xmlns="" id="{213C0B4A-1837-4C1B-8D1B-BC1615210485}"/>
                </a:ext>
              </a:extLst>
            </p:cNvPr>
            <p:cNvSpPr/>
            <p:nvPr/>
          </p:nvSpPr>
          <p:spPr>
            <a:xfrm>
              <a:off x="3935149" y="5110218"/>
              <a:ext cx="15935" cy="531742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xmlns="" id="{DFD69AD1-88C6-4D8A-BB4E-CE2C94AF1EBC}"/>
                </a:ext>
              </a:extLst>
            </p:cNvPr>
            <p:cNvSpPr/>
            <p:nvPr/>
          </p:nvSpPr>
          <p:spPr>
            <a:xfrm>
              <a:off x="3928288" y="6392988"/>
              <a:ext cx="22796" cy="435170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xmlns="" id="{4747B958-0380-4C5F-8DEC-8D7F6B25907D}"/>
                </a:ext>
              </a:extLst>
            </p:cNvPr>
            <p:cNvSpPr/>
            <p:nvPr/>
          </p:nvSpPr>
          <p:spPr>
            <a:xfrm>
              <a:off x="3938156" y="6424233"/>
              <a:ext cx="12928" cy="36439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xmlns="" id="{69006DBA-4DAA-453A-A2AC-FF4A9322F5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8879" y="3808481"/>
              <a:ext cx="134198" cy="13419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xmlns="" id="{23506713-2F55-452F-ABB6-47225E2D89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7267" y="3816868"/>
              <a:ext cx="117423" cy="117423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5175F06E-27A9-46A4-B02C-A49E59D17DC3}"/>
                </a:ext>
              </a:extLst>
            </p:cNvPr>
            <p:cNvSpPr/>
            <p:nvPr/>
          </p:nvSpPr>
          <p:spPr>
            <a:xfrm>
              <a:off x="3016958" y="3846560"/>
              <a:ext cx="58040" cy="580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E28FA69B-57D7-4705-A140-F90E5220C72E}"/>
                </a:ext>
              </a:extLst>
            </p:cNvPr>
            <p:cNvSpPr/>
            <p:nvPr/>
          </p:nvSpPr>
          <p:spPr>
            <a:xfrm>
              <a:off x="3030585" y="3860187"/>
              <a:ext cx="30788" cy="30788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xmlns="" id="{80E59088-2E8C-41FA-BAB8-F9EEF100122A}"/>
                </a:ext>
              </a:extLst>
            </p:cNvPr>
            <p:cNvSpPr/>
            <p:nvPr userDrawn="1"/>
          </p:nvSpPr>
          <p:spPr>
            <a:xfrm flipH="1">
              <a:off x="1060804" y="4534334"/>
              <a:ext cx="10717" cy="149811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xmlns="" id="{5066A938-5524-4BC2-9E71-604DA7247A54}"/>
              </a:ext>
            </a:extLst>
          </p:cNvPr>
          <p:cNvGrpSpPr/>
          <p:nvPr userDrawn="1"/>
        </p:nvGrpSpPr>
        <p:grpSpPr>
          <a:xfrm>
            <a:off x="8332411" y="0"/>
            <a:ext cx="2885112" cy="2622090"/>
            <a:chOff x="833153" y="6858000"/>
            <a:chExt cx="2885112" cy="262209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5974D21A-C01F-4B09-AA57-1A00734860AA}"/>
                </a:ext>
              </a:extLst>
            </p:cNvPr>
            <p:cNvSpPr/>
            <p:nvPr/>
          </p:nvSpPr>
          <p:spPr>
            <a:xfrm>
              <a:off x="833153" y="6858000"/>
              <a:ext cx="2885112" cy="2622090"/>
            </a:xfrm>
            <a:custGeom>
              <a:avLst/>
              <a:gdLst>
                <a:gd name="connsiteX0" fmla="*/ 0 w 2885112"/>
                <a:gd name="connsiteY0" fmla="*/ 0 h 2622090"/>
                <a:gd name="connsiteX1" fmla="*/ 2885112 w 2885112"/>
                <a:gd name="connsiteY1" fmla="*/ 0 h 2622090"/>
                <a:gd name="connsiteX2" fmla="*/ 2885112 w 2885112"/>
                <a:gd name="connsiteY2" fmla="*/ 2245726 h 2622090"/>
                <a:gd name="connsiteX3" fmla="*/ 2504286 w 2885112"/>
                <a:gd name="connsiteY3" fmla="*/ 2622090 h 2622090"/>
                <a:gd name="connsiteX4" fmla="*/ 380827 w 2885112"/>
                <a:gd name="connsiteY4" fmla="*/ 2622090 h 2622090"/>
                <a:gd name="connsiteX5" fmla="*/ 0 w 2885112"/>
                <a:gd name="connsiteY5" fmla="*/ 2245668 h 262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5112" h="2622090">
                  <a:moveTo>
                    <a:pt x="0" y="0"/>
                  </a:moveTo>
                  <a:lnTo>
                    <a:pt x="2885112" y="0"/>
                  </a:lnTo>
                  <a:lnTo>
                    <a:pt x="2885112" y="2245726"/>
                  </a:lnTo>
                  <a:cubicBezTo>
                    <a:pt x="2885055" y="2453556"/>
                    <a:pt x="2714549" y="2622090"/>
                    <a:pt x="2504286" y="2622090"/>
                  </a:cubicBezTo>
                  <a:lnTo>
                    <a:pt x="380827" y="2622090"/>
                  </a:lnTo>
                  <a:cubicBezTo>
                    <a:pt x="170506" y="2622090"/>
                    <a:pt x="0" y="2453556"/>
                    <a:pt x="0" y="2245668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1E48AAE3-B835-49A5-9A47-DE6EBCD7733E}"/>
                </a:ext>
              </a:extLst>
            </p:cNvPr>
            <p:cNvSpPr/>
            <p:nvPr/>
          </p:nvSpPr>
          <p:spPr>
            <a:xfrm>
              <a:off x="871808" y="6858000"/>
              <a:ext cx="2807801" cy="2591752"/>
            </a:xfrm>
            <a:custGeom>
              <a:avLst/>
              <a:gdLst>
                <a:gd name="connsiteX0" fmla="*/ 0 w 2807801"/>
                <a:gd name="connsiteY0" fmla="*/ 0 h 2591752"/>
                <a:gd name="connsiteX1" fmla="*/ 2807801 w 2807801"/>
                <a:gd name="connsiteY1" fmla="*/ 0 h 2591752"/>
                <a:gd name="connsiteX2" fmla="*/ 2807801 w 2807801"/>
                <a:gd name="connsiteY2" fmla="*/ 2215388 h 2591752"/>
                <a:gd name="connsiteX3" fmla="*/ 2428061 w 2807801"/>
                <a:gd name="connsiteY3" fmla="*/ 2591752 h 2591752"/>
                <a:gd name="connsiteX4" fmla="*/ 379798 w 2807801"/>
                <a:gd name="connsiteY4" fmla="*/ 2591752 h 2591752"/>
                <a:gd name="connsiteX5" fmla="*/ 0 w 2807801"/>
                <a:gd name="connsiteY5" fmla="*/ 2215332 h 259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7801" h="2591752">
                  <a:moveTo>
                    <a:pt x="0" y="0"/>
                  </a:moveTo>
                  <a:lnTo>
                    <a:pt x="2807801" y="0"/>
                  </a:lnTo>
                  <a:lnTo>
                    <a:pt x="2807801" y="2215388"/>
                  </a:lnTo>
                  <a:cubicBezTo>
                    <a:pt x="2807801" y="2423218"/>
                    <a:pt x="2637756" y="2591752"/>
                    <a:pt x="2428061" y="2591752"/>
                  </a:cubicBezTo>
                  <a:lnTo>
                    <a:pt x="379798" y="2591752"/>
                  </a:lnTo>
                  <a:cubicBezTo>
                    <a:pt x="170045" y="2591752"/>
                    <a:pt x="0" y="2423218"/>
                    <a:pt x="0" y="2215332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xmlns="" id="{28246CD8-4F7B-49F9-A0E7-A3D2C7826A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38563" y="1"/>
            <a:ext cx="2672808" cy="2493421"/>
          </a:xfrm>
          <a:custGeom>
            <a:avLst/>
            <a:gdLst>
              <a:gd name="connsiteX0" fmla="*/ 0 w 2672808"/>
              <a:gd name="connsiteY0" fmla="*/ 0 h 2493421"/>
              <a:gd name="connsiteX1" fmla="*/ 2672808 w 2672808"/>
              <a:gd name="connsiteY1" fmla="*/ 0 h 2493421"/>
              <a:gd name="connsiteX2" fmla="*/ 2672808 w 2672808"/>
              <a:gd name="connsiteY2" fmla="*/ 2221227 h 2493421"/>
              <a:gd name="connsiteX3" fmla="*/ 2385313 w 2672808"/>
              <a:gd name="connsiteY3" fmla="*/ 2493421 h 2493421"/>
              <a:gd name="connsiteX4" fmla="*/ 287495 w 2672808"/>
              <a:gd name="connsiteY4" fmla="*/ 2493421 h 2493421"/>
              <a:gd name="connsiteX5" fmla="*/ 0 w 2672808"/>
              <a:gd name="connsiteY5" fmla="*/ 2221227 h 24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2808" h="2493421">
                <a:moveTo>
                  <a:pt x="0" y="0"/>
                </a:moveTo>
                <a:lnTo>
                  <a:pt x="2672808" y="0"/>
                </a:lnTo>
                <a:lnTo>
                  <a:pt x="2672808" y="2221227"/>
                </a:lnTo>
                <a:cubicBezTo>
                  <a:pt x="2672808" y="2371557"/>
                  <a:pt x="2544095" y="2493421"/>
                  <a:pt x="2385313" y="2493421"/>
                </a:cubicBezTo>
                <a:lnTo>
                  <a:pt x="287495" y="2493421"/>
                </a:lnTo>
                <a:cubicBezTo>
                  <a:pt x="128714" y="2493421"/>
                  <a:pt x="0" y="2371557"/>
                  <a:pt x="0" y="222122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xmlns="" id="{A2ECC6F6-A4A0-4672-8659-27C1C16408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68921" y="3818265"/>
            <a:ext cx="2672808" cy="3039735"/>
          </a:xfrm>
          <a:custGeom>
            <a:avLst/>
            <a:gdLst>
              <a:gd name="connsiteX0" fmla="*/ 287495 w 2672808"/>
              <a:gd name="connsiteY0" fmla="*/ 0 h 3039735"/>
              <a:gd name="connsiteX1" fmla="*/ 542049 w 2672808"/>
              <a:gd name="connsiteY1" fmla="*/ 0 h 3039735"/>
              <a:gd name="connsiteX2" fmla="*/ 566725 w 2672808"/>
              <a:gd name="connsiteY2" fmla="*/ 23363 h 3039735"/>
              <a:gd name="connsiteX3" fmla="*/ 757670 w 2672808"/>
              <a:gd name="connsiteY3" fmla="*/ 204146 h 3039735"/>
              <a:gd name="connsiteX4" fmla="*/ 1903160 w 2672808"/>
              <a:gd name="connsiteY4" fmla="*/ 204146 h 3039735"/>
              <a:gd name="connsiteX5" fmla="*/ 2094105 w 2672808"/>
              <a:gd name="connsiteY5" fmla="*/ 23363 h 3039735"/>
              <a:gd name="connsiteX6" fmla="*/ 2118781 w 2672808"/>
              <a:gd name="connsiteY6" fmla="*/ 0 h 3039735"/>
              <a:gd name="connsiteX7" fmla="*/ 2385313 w 2672808"/>
              <a:gd name="connsiteY7" fmla="*/ 0 h 3039735"/>
              <a:gd name="connsiteX8" fmla="*/ 2672808 w 2672808"/>
              <a:gd name="connsiteY8" fmla="*/ 272193 h 3039735"/>
              <a:gd name="connsiteX9" fmla="*/ 2672808 w 2672808"/>
              <a:gd name="connsiteY9" fmla="*/ 3039735 h 3039735"/>
              <a:gd name="connsiteX10" fmla="*/ 0 w 2672808"/>
              <a:gd name="connsiteY10" fmla="*/ 3039735 h 3039735"/>
              <a:gd name="connsiteX11" fmla="*/ 0 w 2672808"/>
              <a:gd name="connsiteY11" fmla="*/ 272193 h 3039735"/>
              <a:gd name="connsiteX12" fmla="*/ 287495 w 2672808"/>
              <a:gd name="connsiteY12" fmla="*/ 0 h 303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2808" h="3039735">
                <a:moveTo>
                  <a:pt x="287495" y="0"/>
                </a:moveTo>
                <a:lnTo>
                  <a:pt x="542049" y="0"/>
                </a:lnTo>
                <a:cubicBezTo>
                  <a:pt x="555645" y="0"/>
                  <a:pt x="566725" y="10435"/>
                  <a:pt x="566725" y="23363"/>
                </a:cubicBezTo>
                <a:cubicBezTo>
                  <a:pt x="566725" y="123224"/>
                  <a:pt x="652255" y="204146"/>
                  <a:pt x="757670" y="204146"/>
                </a:cubicBezTo>
                <a:lnTo>
                  <a:pt x="1903160" y="204146"/>
                </a:lnTo>
                <a:cubicBezTo>
                  <a:pt x="2008635" y="204146"/>
                  <a:pt x="2094105" y="123168"/>
                  <a:pt x="2094105" y="23363"/>
                </a:cubicBezTo>
                <a:cubicBezTo>
                  <a:pt x="2094105" y="10491"/>
                  <a:pt x="2105125" y="0"/>
                  <a:pt x="2118781" y="0"/>
                </a:cubicBezTo>
                <a:lnTo>
                  <a:pt x="2385313" y="0"/>
                </a:lnTo>
                <a:cubicBezTo>
                  <a:pt x="2544095" y="0"/>
                  <a:pt x="2672808" y="121864"/>
                  <a:pt x="2672808" y="272193"/>
                </a:cubicBezTo>
                <a:lnTo>
                  <a:pt x="2672808" y="3039735"/>
                </a:lnTo>
                <a:lnTo>
                  <a:pt x="0" y="3039735"/>
                </a:lnTo>
                <a:lnTo>
                  <a:pt x="0" y="272193"/>
                </a:lnTo>
                <a:cubicBezTo>
                  <a:pt x="0" y="121864"/>
                  <a:pt x="128714" y="0"/>
                  <a:pt x="2874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08985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7729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DAE6C28-A080-4420-92C4-3AC673E4DAE1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xmlns="" id="{DA6378AF-10CF-415A-9A2B-A4DF0CDD2A8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43753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5972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916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4503344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84532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49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plaza-bisnis.com/apple-strategi-bisnis-perusahaan/250px-apple_logo_think_different_vectorized-svg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02894AB-D42D-4C72-AF38-625276C2FFA8}"/>
              </a:ext>
            </a:extLst>
          </p:cNvPr>
          <p:cNvSpPr/>
          <p:nvPr/>
        </p:nvSpPr>
        <p:spPr>
          <a:xfrm>
            <a:off x="1" y="4474900"/>
            <a:ext cx="12192001" cy="2234483"/>
          </a:xfrm>
          <a:prstGeom prst="rect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93694D8-8CF5-4FE1-B692-77DAC5112306}"/>
              </a:ext>
            </a:extLst>
          </p:cNvPr>
          <p:cNvSpPr txBox="1"/>
          <p:nvPr/>
        </p:nvSpPr>
        <p:spPr>
          <a:xfrm>
            <a:off x="1" y="5130477"/>
            <a:ext cx="1219199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+mj-lt"/>
              </a:rPr>
              <a:t>Apple Inc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DF0DB56-26DE-4005-902B-2E68ACC2F5A6}"/>
              </a:ext>
            </a:extLst>
          </p:cNvPr>
          <p:cNvSpPr txBox="1"/>
          <p:nvPr/>
        </p:nvSpPr>
        <p:spPr>
          <a:xfrm>
            <a:off x="0" y="6054205"/>
            <a:ext cx="12191998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d-ID" altLang="ko-KR" sz="1867" dirty="0">
                <a:solidFill>
                  <a:schemeClr val="bg1"/>
                </a:solidFill>
                <a:cs typeface="Arial" pitchFamily="34" charset="0"/>
              </a:rPr>
              <a:t>Kelompok I</a:t>
            </a:r>
          </a:p>
        </p:txBody>
      </p:sp>
    </p:spTree>
    <p:extLst>
      <p:ext uri="{BB962C8B-B14F-4D97-AF65-F5344CB8AC3E}">
        <p14:creationId xmlns:p14="http://schemas.microsoft.com/office/powerpoint/2010/main" val="198105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2DC460A-1302-48A5-8229-DBB2E1EBFCDC}"/>
              </a:ext>
            </a:extLst>
          </p:cNvPr>
          <p:cNvSpPr/>
          <p:nvPr/>
        </p:nvSpPr>
        <p:spPr>
          <a:xfrm>
            <a:off x="3574473" y="0"/>
            <a:ext cx="8617527" cy="6856661"/>
          </a:xfrm>
          <a:custGeom>
            <a:avLst/>
            <a:gdLst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0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09091 w 7259782"/>
              <a:gd name="connsiteY3" fmla="*/ 6838188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18327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586182 w 7259782"/>
              <a:gd name="connsiteY3" fmla="*/ 682895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1971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4742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798618 w 7259782"/>
              <a:gd name="connsiteY3" fmla="*/ 6856661 h 6856661"/>
              <a:gd name="connsiteX4" fmla="*/ 0 w 7259782"/>
              <a:gd name="connsiteY4" fmla="*/ 0 h 685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9782" h="6856661">
                <a:moveTo>
                  <a:pt x="0" y="0"/>
                </a:moveTo>
                <a:lnTo>
                  <a:pt x="7259782" y="0"/>
                </a:lnTo>
                <a:lnTo>
                  <a:pt x="7259782" y="6856661"/>
                </a:lnTo>
                <a:lnTo>
                  <a:pt x="2798618" y="6856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5A4BDA0-C270-4764-9C18-A593BCE2C965}"/>
              </a:ext>
            </a:extLst>
          </p:cNvPr>
          <p:cNvSpPr txBox="1"/>
          <p:nvPr/>
        </p:nvSpPr>
        <p:spPr>
          <a:xfrm>
            <a:off x="4608945" y="270649"/>
            <a:ext cx="758305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Kelompok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 1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05C8D0C1-7E99-4B90-A44B-505072FCBBC5}"/>
              </a:ext>
            </a:extLst>
          </p:cNvPr>
          <p:cNvGrpSpPr/>
          <p:nvPr/>
        </p:nvGrpSpPr>
        <p:grpSpPr>
          <a:xfrm>
            <a:off x="6286883" y="3963831"/>
            <a:ext cx="4931788" cy="1124044"/>
            <a:chOff x="5680459" y="1490186"/>
            <a:chExt cx="4931788" cy="112404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D9D22DE1-90A6-406A-B71D-82B00E2A807D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832A2F40-F990-4558-BFA4-15734C704557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612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A3040624-AA78-4707-9171-C7F7E4A4286D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Kevin </a:t>
              </a:r>
              <a:r>
                <a:rPr lang="en-US" altLang="ko-KR" sz="2400" b="1" dirty="0" err="1">
                  <a:solidFill>
                    <a:schemeClr val="bg1"/>
                  </a:solidFill>
                  <a:cs typeface="Arial" pitchFamily="34" charset="0"/>
                </a:rPr>
                <a:t>Bimantara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E42B0B6-5FD8-4991-892A-63FB88A0AED1}"/>
              </a:ext>
            </a:extLst>
          </p:cNvPr>
          <p:cNvGrpSpPr/>
          <p:nvPr/>
        </p:nvGrpSpPr>
        <p:grpSpPr>
          <a:xfrm>
            <a:off x="5098467" y="1489717"/>
            <a:ext cx="4931788" cy="1124044"/>
            <a:chOff x="5680459" y="1490186"/>
            <a:chExt cx="4931788" cy="112404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DB413086-557E-4D9D-8C44-646AD8EE131E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58300F6A-862A-40CA-9B5E-7B2DD860FD49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612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049B8D0E-F4DB-407F-93E8-B01A240069D5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 err="1">
                  <a:solidFill>
                    <a:schemeClr val="bg1"/>
                  </a:solidFill>
                  <a:cs typeface="Arial" pitchFamily="34" charset="0"/>
                </a:rPr>
                <a:t>Nurwinda</a:t>
              </a:r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 Sari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0277BAFE-DBE5-4F13-9AC0-26A4FC2689D1}"/>
              </a:ext>
            </a:extLst>
          </p:cNvPr>
          <p:cNvGrpSpPr/>
          <p:nvPr/>
        </p:nvGrpSpPr>
        <p:grpSpPr>
          <a:xfrm>
            <a:off x="5692675" y="2713895"/>
            <a:ext cx="4931788" cy="1124044"/>
            <a:chOff x="5680459" y="1490186"/>
            <a:chExt cx="4931788" cy="112404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400724BC-16F9-4DF6-83AC-300BCB3F42E9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CCAE126C-D507-4F09-88A3-D1DD36AFB970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612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E038538C-6E3A-4B1A-8BFE-657AD74CA570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Ade </a:t>
              </a:r>
              <a:r>
                <a:rPr lang="en-US" altLang="ko-KR" sz="2400" b="1" dirty="0" err="1">
                  <a:solidFill>
                    <a:schemeClr val="bg1"/>
                  </a:solidFill>
                  <a:cs typeface="Arial" pitchFamily="34" charset="0"/>
                </a:rPr>
                <a:t>Pratiwi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1912A19E-5D85-47EF-949E-7F8792FA3EB5}"/>
              </a:ext>
            </a:extLst>
          </p:cNvPr>
          <p:cNvGrpSpPr/>
          <p:nvPr/>
        </p:nvGrpSpPr>
        <p:grpSpPr>
          <a:xfrm>
            <a:off x="6881091" y="5213768"/>
            <a:ext cx="4931788" cy="1124044"/>
            <a:chOff x="5680459" y="1490186"/>
            <a:chExt cx="4931788" cy="112404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FC0554F8-07F9-4245-9EC5-807A5DBF9900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1C378501-CE52-4846-A3C0-D4F4C8439885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612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B9B7F10F-1188-4C94-9236-30A83820C779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Ansar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25880D2A-3122-438B-BF37-111625A87B1E}"/>
              </a:ext>
            </a:extLst>
          </p:cNvPr>
          <p:cNvGrpSpPr/>
          <p:nvPr/>
        </p:nvGrpSpPr>
        <p:grpSpPr>
          <a:xfrm>
            <a:off x="7255418" y="3991922"/>
            <a:ext cx="4538627" cy="1142740"/>
            <a:chOff x="6665542" y="2749602"/>
            <a:chExt cx="4797245" cy="114274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86F4C07-E00D-48E6-B67E-3E0D413CD695}"/>
                </a:ext>
              </a:extLst>
            </p:cNvPr>
            <p:cNvSpPr txBox="1"/>
            <p:nvPr/>
          </p:nvSpPr>
          <p:spPr>
            <a:xfrm>
              <a:off x="6665542" y="2749602"/>
              <a:ext cx="477715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48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Apple Inc</a:t>
              </a:r>
              <a:endParaRPr lang="ko-KR" altLang="en-US" sz="48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4EC891F-BCC6-4206-9666-54515D15EFC9}"/>
                </a:ext>
              </a:extLst>
            </p:cNvPr>
            <p:cNvSpPr txBox="1"/>
            <p:nvPr/>
          </p:nvSpPr>
          <p:spPr>
            <a:xfrm>
              <a:off x="6685691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Insert the Subtitle of Your Presentation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5329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b="1" dirty="0"/>
              <a:t>Sejarah Apple Inc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0F7E229-3A94-40A3-9B88-271E7B48261E}"/>
              </a:ext>
            </a:extLst>
          </p:cNvPr>
          <p:cNvGrpSpPr/>
          <p:nvPr/>
        </p:nvGrpSpPr>
        <p:grpSpPr>
          <a:xfrm>
            <a:off x="3785303" y="3120635"/>
            <a:ext cx="2864544" cy="1713018"/>
            <a:chOff x="1344125" y="1848265"/>
            <a:chExt cx="2210987" cy="188998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B46CB43D-F799-4CA2-9D6B-A6596883C01C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xmlns="" id="{7565D78A-7E71-4E27-8C6E-198B7FD5F3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79D50B96-4543-4832-828F-60FD75459B22}"/>
              </a:ext>
            </a:extLst>
          </p:cNvPr>
          <p:cNvGrpSpPr/>
          <p:nvPr/>
        </p:nvGrpSpPr>
        <p:grpSpPr>
          <a:xfrm>
            <a:off x="6997002" y="3120635"/>
            <a:ext cx="3684250" cy="1713018"/>
            <a:chOff x="1344125" y="1848265"/>
            <a:chExt cx="2210987" cy="188998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546EC94B-F4E6-4B7E-A03A-54EDE1E586EA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xmlns="" id="{3A12684A-BF7E-4004-9C6C-04CE016F5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57800B45-3BFD-479B-94FB-8230D4C9A91D}"/>
              </a:ext>
            </a:extLst>
          </p:cNvPr>
          <p:cNvGrpSpPr/>
          <p:nvPr/>
        </p:nvGrpSpPr>
        <p:grpSpPr>
          <a:xfrm>
            <a:off x="731134" y="3120635"/>
            <a:ext cx="2003963" cy="1713018"/>
            <a:chOff x="1344125" y="1848265"/>
            <a:chExt cx="2210987" cy="188998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A094A25C-EA1C-4344-B31D-0AC84EC502FE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xmlns="" id="{88A017E6-09B9-45DE-B5F7-19A9B263E5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직사각형 113">
            <a:extLst>
              <a:ext uri="{FF2B5EF4-FFF2-40B4-BE49-F238E27FC236}">
                <a16:creationId xmlns:a16="http://schemas.microsoft.com/office/drawing/2014/main" xmlns="" id="{B6B58760-DB17-40CB-8510-D51D2AFBA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119" y="3762786"/>
            <a:ext cx="89924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charset="0"/>
              </a:rPr>
              <a:t>1983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21" name="직사각형 113">
            <a:extLst>
              <a:ext uri="{FF2B5EF4-FFF2-40B4-BE49-F238E27FC236}">
                <a16:creationId xmlns:a16="http://schemas.microsoft.com/office/drawing/2014/main" xmlns="" id="{FCE389B6-9360-4765-9752-4A3847FC7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403" y="3762786"/>
            <a:ext cx="89924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charset="0"/>
              </a:rPr>
              <a:t>1978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22" name="직사각형 113">
            <a:extLst>
              <a:ext uri="{FF2B5EF4-FFF2-40B4-BE49-F238E27FC236}">
                <a16:creationId xmlns:a16="http://schemas.microsoft.com/office/drawing/2014/main" xmlns="" id="{3AB9A622-D216-4A17-BF2E-05C68B419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000" y="3762786"/>
            <a:ext cx="89924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charset="0"/>
              </a:rPr>
              <a:t>1976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432DD65-CED0-496E-A313-A39E0D67C8B1}"/>
              </a:ext>
            </a:extLst>
          </p:cNvPr>
          <p:cNvSpPr txBox="1"/>
          <p:nvPr/>
        </p:nvSpPr>
        <p:spPr>
          <a:xfrm>
            <a:off x="890986" y="4926657"/>
            <a:ext cx="1574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itchFamily="34" charset="0"/>
              </a:rPr>
              <a:t>Teman !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4DDA8D3-B39D-41A9-AAE4-81909357248B}"/>
              </a:ext>
            </a:extLst>
          </p:cNvPr>
          <p:cNvSpPr txBox="1"/>
          <p:nvPr/>
        </p:nvSpPr>
        <p:spPr>
          <a:xfrm>
            <a:off x="1093195" y="2457930"/>
            <a:ext cx="1279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1200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Sejarah awal mula berdirinya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DC7320C-8DA8-4AC3-A37C-E22BD4DAABB8}"/>
              </a:ext>
            </a:extLst>
          </p:cNvPr>
          <p:cNvSpPr txBox="1"/>
          <p:nvPr/>
        </p:nvSpPr>
        <p:spPr>
          <a:xfrm>
            <a:off x="4522776" y="2436765"/>
            <a:ext cx="1279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>
                <a:solidFill>
                  <a:schemeClr val="bg1">
                    <a:lumMod val="50000"/>
                  </a:schemeClr>
                </a:solidFill>
              </a:rPr>
              <a:t>Perkembangan Apple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240817DC-A4A3-41F5-9F95-4986B8AF5309}"/>
              </a:ext>
            </a:extLst>
          </p:cNvPr>
          <p:cNvSpPr txBox="1"/>
          <p:nvPr/>
        </p:nvSpPr>
        <p:spPr>
          <a:xfrm>
            <a:off x="8087696" y="2557338"/>
            <a:ext cx="1279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1200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Strategi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57D5ADE3-61E5-4041-B160-0EBE55087102}"/>
              </a:ext>
            </a:extLst>
          </p:cNvPr>
          <p:cNvSpPr txBox="1"/>
          <p:nvPr/>
        </p:nvSpPr>
        <p:spPr>
          <a:xfrm>
            <a:off x="3944815" y="4926657"/>
            <a:ext cx="22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itchFamily="34" charset="0"/>
              </a:rPr>
              <a:t>Berkembang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0E8105E4-C59F-4A5C-81B2-1E4AE9D17859}"/>
              </a:ext>
            </a:extLst>
          </p:cNvPr>
          <p:cNvSpPr txBox="1"/>
          <p:nvPr/>
        </p:nvSpPr>
        <p:spPr>
          <a:xfrm>
            <a:off x="8017667" y="4926657"/>
            <a:ext cx="1419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itchFamily="34" charset="0"/>
              </a:rPr>
              <a:t>Cekcok</a:t>
            </a:r>
          </a:p>
        </p:txBody>
      </p:sp>
      <p:sp>
        <p:nvSpPr>
          <p:cNvPr id="55" name="Teardrop 1">
            <a:extLst>
              <a:ext uri="{FF2B5EF4-FFF2-40B4-BE49-F238E27FC236}">
                <a16:creationId xmlns:a16="http://schemas.microsoft.com/office/drawing/2014/main" xmlns="" id="{B78D7919-B03C-485D-945A-00773EC81DE4}"/>
              </a:ext>
            </a:extLst>
          </p:cNvPr>
          <p:cNvSpPr/>
          <p:nvPr/>
        </p:nvSpPr>
        <p:spPr>
          <a:xfrm rot="18805991">
            <a:off x="8402251" y="1768284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xmlns="" id="{F26CF829-6EE9-475B-AA62-5C7C2BA05146}"/>
              </a:ext>
            </a:extLst>
          </p:cNvPr>
          <p:cNvSpPr/>
          <p:nvPr/>
        </p:nvSpPr>
        <p:spPr>
          <a:xfrm rot="18805991">
            <a:off x="8554651" y="1920684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Teardrop 1">
            <a:extLst>
              <a:ext uri="{FF2B5EF4-FFF2-40B4-BE49-F238E27FC236}">
                <a16:creationId xmlns:a16="http://schemas.microsoft.com/office/drawing/2014/main" xmlns="" id="{1DEADD35-58E7-4B80-9EDF-DAB55347E857}"/>
              </a:ext>
            </a:extLst>
          </p:cNvPr>
          <p:cNvSpPr/>
          <p:nvPr/>
        </p:nvSpPr>
        <p:spPr>
          <a:xfrm rot="18805991">
            <a:off x="4886433" y="1855990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Teardrop 1">
            <a:extLst>
              <a:ext uri="{FF2B5EF4-FFF2-40B4-BE49-F238E27FC236}">
                <a16:creationId xmlns:a16="http://schemas.microsoft.com/office/drawing/2014/main" xmlns="" id="{FE2BBCEF-CA05-410E-925B-1C9C7827AAC4}"/>
              </a:ext>
            </a:extLst>
          </p:cNvPr>
          <p:cNvSpPr/>
          <p:nvPr/>
        </p:nvSpPr>
        <p:spPr>
          <a:xfrm rot="18805991">
            <a:off x="8720303" y="2073084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Teardrop 1">
            <a:extLst>
              <a:ext uri="{FF2B5EF4-FFF2-40B4-BE49-F238E27FC236}">
                <a16:creationId xmlns:a16="http://schemas.microsoft.com/office/drawing/2014/main" xmlns="" id="{F2FF0AE5-5526-4C33-B0D7-6E36BFD71223}"/>
              </a:ext>
            </a:extLst>
          </p:cNvPr>
          <p:cNvSpPr/>
          <p:nvPr/>
        </p:nvSpPr>
        <p:spPr>
          <a:xfrm rot="18805991">
            <a:off x="1553468" y="1837658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Teardrop 1">
            <a:extLst>
              <a:ext uri="{FF2B5EF4-FFF2-40B4-BE49-F238E27FC236}">
                <a16:creationId xmlns:a16="http://schemas.microsoft.com/office/drawing/2014/main" xmlns="" id="{9DD2929A-5EAB-4798-8C41-F211C65AC52A}"/>
              </a:ext>
            </a:extLst>
          </p:cNvPr>
          <p:cNvSpPr/>
          <p:nvPr/>
        </p:nvSpPr>
        <p:spPr>
          <a:xfrm rot="18805991">
            <a:off x="5139790" y="1733921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D6D2F5C6-9B17-4980-B373-5F2C0CF64C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7" b="6954"/>
          <a:stretch/>
        </p:blipFill>
        <p:spPr>
          <a:xfrm>
            <a:off x="0" y="0"/>
            <a:ext cx="12261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2DC460A-1302-48A5-8229-DBB2E1EBFCDC}"/>
              </a:ext>
            </a:extLst>
          </p:cNvPr>
          <p:cNvSpPr/>
          <p:nvPr/>
        </p:nvSpPr>
        <p:spPr>
          <a:xfrm>
            <a:off x="3574473" y="0"/>
            <a:ext cx="8617527" cy="6856661"/>
          </a:xfrm>
          <a:custGeom>
            <a:avLst/>
            <a:gdLst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0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09091 w 7259782"/>
              <a:gd name="connsiteY3" fmla="*/ 6838188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18327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586182 w 7259782"/>
              <a:gd name="connsiteY3" fmla="*/ 682895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1971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4742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798618 w 7259782"/>
              <a:gd name="connsiteY3" fmla="*/ 6856661 h 6856661"/>
              <a:gd name="connsiteX4" fmla="*/ 0 w 7259782"/>
              <a:gd name="connsiteY4" fmla="*/ 0 h 685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9782" h="6856661">
                <a:moveTo>
                  <a:pt x="0" y="0"/>
                </a:moveTo>
                <a:lnTo>
                  <a:pt x="7259782" y="0"/>
                </a:lnTo>
                <a:lnTo>
                  <a:pt x="7259782" y="6856661"/>
                </a:lnTo>
                <a:lnTo>
                  <a:pt x="2798618" y="6856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5A4BDA0-C270-4764-9C18-A593BCE2C965}"/>
              </a:ext>
            </a:extLst>
          </p:cNvPr>
          <p:cNvSpPr txBox="1"/>
          <p:nvPr/>
        </p:nvSpPr>
        <p:spPr>
          <a:xfrm>
            <a:off x="4608945" y="378371"/>
            <a:ext cx="7583055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d-ID" altLang="ko-KR" sz="4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Inovasi Perusahaan Apple</a:t>
            </a:r>
            <a:endParaRPr lang="ko-KR" altLang="en-US" sz="40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05C8D0C1-7E99-4B90-A44B-505072FCBBC5}"/>
              </a:ext>
            </a:extLst>
          </p:cNvPr>
          <p:cNvGrpSpPr/>
          <p:nvPr/>
        </p:nvGrpSpPr>
        <p:grpSpPr>
          <a:xfrm>
            <a:off x="4619803" y="2109279"/>
            <a:ext cx="4931788" cy="461665"/>
            <a:chOff x="5680459" y="1536352"/>
            <a:chExt cx="4931788" cy="4616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D9D22DE1-90A6-406A-B71D-82B00E2A807D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A3040624-AA78-4707-9171-C7F7E4A4286D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Komputer warna-warni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E42B0B6-5FD8-4991-892A-63FB88A0AED1}"/>
              </a:ext>
            </a:extLst>
          </p:cNvPr>
          <p:cNvGrpSpPr/>
          <p:nvPr/>
        </p:nvGrpSpPr>
        <p:grpSpPr>
          <a:xfrm>
            <a:off x="4237991" y="1207141"/>
            <a:ext cx="4931788" cy="461665"/>
            <a:chOff x="5680459" y="1536352"/>
            <a:chExt cx="4931788" cy="46166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DB413086-557E-4D9D-8C44-646AD8EE131E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cs typeface="Arial" pitchFamily="34" charset="0"/>
                </a:rPr>
                <a:t>01</a:t>
              </a:r>
              <a:endParaRPr lang="ko-KR" altLang="en-US" sz="2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049B8D0E-F4DB-407F-93E8-B01A240069D5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GUI dan Mouse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0277BAFE-DBE5-4F13-9AC0-26A4FC2689D1}"/>
              </a:ext>
            </a:extLst>
          </p:cNvPr>
          <p:cNvGrpSpPr/>
          <p:nvPr/>
        </p:nvGrpSpPr>
        <p:grpSpPr>
          <a:xfrm>
            <a:off x="4426068" y="1641161"/>
            <a:ext cx="4931788" cy="461665"/>
            <a:chOff x="5680459" y="1536352"/>
            <a:chExt cx="4931788" cy="46166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400724BC-16F9-4DF6-83AC-300BCB3F42E9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E038538C-6E3A-4B1A-8BFE-657AD74CA570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Komputer All-In-One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1912A19E-5D85-47EF-949E-7F8792FA3EB5}"/>
              </a:ext>
            </a:extLst>
          </p:cNvPr>
          <p:cNvGrpSpPr/>
          <p:nvPr/>
        </p:nvGrpSpPr>
        <p:grpSpPr>
          <a:xfrm>
            <a:off x="4857757" y="2587572"/>
            <a:ext cx="4931788" cy="461665"/>
            <a:chOff x="5680459" y="1536352"/>
            <a:chExt cx="4931788" cy="4616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FC0554F8-07F9-4245-9EC5-807A5DBF9900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B9B7F10F-1188-4C94-9236-30A83820C779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Digital </a:t>
              </a:r>
              <a:r>
                <a:rPr lang="id-ID" altLang="ko-KR" sz="2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Hub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Lifestyle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B7C8B9D5-8A53-A111-D71A-07E494214217}"/>
              </a:ext>
            </a:extLst>
          </p:cNvPr>
          <p:cNvGrpSpPr/>
          <p:nvPr/>
        </p:nvGrpSpPr>
        <p:grpSpPr>
          <a:xfrm>
            <a:off x="5059938" y="3077386"/>
            <a:ext cx="5896240" cy="461665"/>
            <a:chOff x="5680459" y="1536352"/>
            <a:chExt cx="5896240" cy="46166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B12B2EAC-0130-7A76-374F-0D3352F9B40C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71A73CCF-9220-62B9-08BE-7586BB81C7D3}"/>
                </a:ext>
              </a:extLst>
            </p:cNvPr>
            <p:cNvSpPr txBox="1"/>
            <p:nvPr/>
          </p:nvSpPr>
          <p:spPr>
            <a:xfrm>
              <a:off x="6444082" y="1536352"/>
              <a:ext cx="5132617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Backlit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id-ID" altLang="ko-KR" sz="2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Keyboard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Light sensor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BD949760-D281-4C9C-EC88-8AC2F57FB37E}"/>
              </a:ext>
            </a:extLst>
          </p:cNvPr>
          <p:cNvGrpSpPr/>
          <p:nvPr/>
        </p:nvGrpSpPr>
        <p:grpSpPr>
          <a:xfrm>
            <a:off x="5284342" y="3600452"/>
            <a:ext cx="4931788" cy="461665"/>
            <a:chOff x="5680459" y="1536352"/>
            <a:chExt cx="4931788" cy="46166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48AABEED-2E47-B1D3-FEE2-F06DC10B99EB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48DDE17C-E1A5-DE87-E17D-4DFEB1BD55C0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Laptop Tipis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A6DF9A08-208C-A1BE-92E2-5DD96BA9AA7A}"/>
              </a:ext>
            </a:extLst>
          </p:cNvPr>
          <p:cNvGrpSpPr/>
          <p:nvPr/>
        </p:nvGrpSpPr>
        <p:grpSpPr>
          <a:xfrm>
            <a:off x="5558125" y="4084590"/>
            <a:ext cx="4931788" cy="461665"/>
            <a:chOff x="5680459" y="1536352"/>
            <a:chExt cx="4931788" cy="46166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4A8AF069-E2A5-5114-EF21-2F858D62F778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C9715799-5841-48D0-0341-BDD99817A036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Trackpad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Mouse Inovatif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A6710FF1-B79E-30BB-544E-454CCF20500E}"/>
              </a:ext>
            </a:extLst>
          </p:cNvPr>
          <p:cNvGrpSpPr/>
          <p:nvPr/>
        </p:nvGrpSpPr>
        <p:grpSpPr>
          <a:xfrm>
            <a:off x="5865256" y="4592764"/>
            <a:ext cx="5371656" cy="830997"/>
            <a:chOff x="5680459" y="1351686"/>
            <a:chExt cx="5371656" cy="83099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6C1B5086-2EC7-E3FB-0C85-AC2A3E6B9FBA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08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514EA48B-6C34-9853-1951-F45566A15111}"/>
                </a:ext>
              </a:extLst>
            </p:cNvPr>
            <p:cNvSpPr txBox="1"/>
            <p:nvPr/>
          </p:nvSpPr>
          <p:spPr>
            <a:xfrm>
              <a:off x="6444083" y="1351686"/>
              <a:ext cx="4608032" cy="830997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Integrasi dengan Ekosistem Apple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9EB3A410-ED5B-D5A9-60BD-02D61FDB4C91}"/>
              </a:ext>
            </a:extLst>
          </p:cNvPr>
          <p:cNvGrpSpPr/>
          <p:nvPr/>
        </p:nvGrpSpPr>
        <p:grpSpPr>
          <a:xfrm>
            <a:off x="6197193" y="5472251"/>
            <a:ext cx="4931788" cy="461665"/>
            <a:chOff x="5680459" y="1536352"/>
            <a:chExt cx="4931788" cy="46166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B413D1B1-E6C5-E57D-80DE-895B743791B9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9565837A-259C-F99E-EDA6-A4E1DC7CAAF7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Touch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Bar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6A365FB0-A6EF-0525-3695-D82E0394AB98}"/>
              </a:ext>
            </a:extLst>
          </p:cNvPr>
          <p:cNvGrpSpPr/>
          <p:nvPr/>
        </p:nvGrpSpPr>
        <p:grpSpPr>
          <a:xfrm>
            <a:off x="6512505" y="5911330"/>
            <a:ext cx="4931788" cy="830997"/>
            <a:chOff x="5680459" y="1351686"/>
            <a:chExt cx="4931788" cy="83099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AAA8F82A-A6B2-1B90-B2AA-4A57BB456356}"/>
                </a:ext>
              </a:extLst>
            </p:cNvPr>
            <p:cNvSpPr txBox="1"/>
            <p:nvPr/>
          </p:nvSpPr>
          <p:spPr>
            <a:xfrm>
              <a:off x="5680459" y="1582519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0B2B16AB-C347-BC24-53C6-A00EB1A232D9}"/>
                </a:ext>
              </a:extLst>
            </p:cNvPr>
            <p:cNvSpPr txBox="1"/>
            <p:nvPr/>
          </p:nvSpPr>
          <p:spPr>
            <a:xfrm>
              <a:off x="6444083" y="1351686"/>
              <a:ext cx="4168164" cy="830997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id-ID" altLang="ko-KR" sz="2400" b="1" dirty="0" err="1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Chip</a:t>
              </a:r>
              <a:r>
                <a:rPr lang="id-ID" altLang="ko-KR" sz="2400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Komputer Berbasis ARM</a:t>
              </a:r>
              <a:endParaRPr lang="ko-KR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53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9BA78A0-2AD0-4170-B866-58A684F85E3B}"/>
              </a:ext>
            </a:extLst>
          </p:cNvPr>
          <p:cNvSpPr/>
          <p:nvPr/>
        </p:nvSpPr>
        <p:spPr>
          <a:xfrm>
            <a:off x="0" y="0"/>
            <a:ext cx="12192000" cy="1362075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74013EC-4E48-4A91-A2A2-32E845D3F41F}"/>
              </a:ext>
            </a:extLst>
          </p:cNvPr>
          <p:cNvSpPr/>
          <p:nvPr/>
        </p:nvSpPr>
        <p:spPr>
          <a:xfrm>
            <a:off x="0" y="5257801"/>
            <a:ext cx="12192000" cy="160020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F012E2E-07D5-4D5C-81CE-9F8682B63004}"/>
              </a:ext>
            </a:extLst>
          </p:cNvPr>
          <p:cNvSpPr txBox="1"/>
          <p:nvPr/>
        </p:nvSpPr>
        <p:spPr>
          <a:xfrm flipH="1">
            <a:off x="0" y="28859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3600" spc="3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Perusahaan Apple bertahan sampai sekarang</a:t>
            </a:r>
            <a:endParaRPr lang="en-US" altLang="ko-KR" sz="3600" spc="3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A932F24-4262-C528-41CD-110E09C56B0E}"/>
              </a:ext>
            </a:extLst>
          </p:cNvPr>
          <p:cNvSpPr txBox="1"/>
          <p:nvPr/>
        </p:nvSpPr>
        <p:spPr>
          <a:xfrm flipH="1">
            <a:off x="0" y="5519292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pple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memang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dikenal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sebagai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salah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satu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pelopor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teknologi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tingkat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dunia.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Produk-produknya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seperti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iPod, iPhone dan MacBook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sudah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jelas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selalu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terjual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seperti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payung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di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musim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hujan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Disaat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perusahaan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teknologi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lain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beriklan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dengan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saling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mengunggulkan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produk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satu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sama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lain</a:t>
            </a:r>
            <a:r>
              <a:rPr lang="id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Steve Jobs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dengan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produk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Apple-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nya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berani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mengambil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langkah</a:t>
            </a:r>
            <a:r>
              <a:rPr lang="en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berbeda</a:t>
            </a:r>
            <a:r>
              <a:rPr lang="id-ID" sz="16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Dengan mempertahankan perusahaannya maka Apple memiliki strategi untuk sampai sekarang, yaitu :</a:t>
            </a:r>
            <a:endParaRPr lang="en-US" altLang="ko-KR" sz="1050" spc="3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09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BF3FF302-89D8-41D2-9E5F-C2B546485789}"/>
              </a:ext>
            </a:extLst>
          </p:cNvPr>
          <p:cNvGrpSpPr/>
          <p:nvPr/>
        </p:nvGrpSpPr>
        <p:grpSpPr>
          <a:xfrm>
            <a:off x="4284801" y="2249457"/>
            <a:ext cx="3486149" cy="2833560"/>
            <a:chOff x="2676526" y="2041913"/>
            <a:chExt cx="3486148" cy="28335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xmlns="" id="{4F72ECBA-4BCD-4D2F-ACEC-AA624F54B3EC}"/>
                </a:ext>
              </a:extLst>
            </p:cNvPr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6" name="Freeform 3">
                <a:extLst>
                  <a:ext uri="{FF2B5EF4-FFF2-40B4-BE49-F238E27FC236}">
                    <a16:creationId xmlns:a16="http://schemas.microsoft.com/office/drawing/2014/main" xmlns="" id="{8FEC67EF-D015-4232-980E-54E1C2B8567A}"/>
                  </a:ext>
                </a:extLst>
              </p:cNvPr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253889 w 3254264"/>
                  <a:gd name="connsiteY0" fmla="*/ 1143000 h 1866900"/>
                  <a:gd name="connsiteX1" fmla="*/ 25289 w 3254264"/>
                  <a:gd name="connsiteY1" fmla="*/ 790575 h 1866900"/>
                  <a:gd name="connsiteX2" fmla="*/ 892064 w 3254264"/>
                  <a:gd name="connsiteY2" fmla="*/ 0 h 1866900"/>
                  <a:gd name="connsiteX3" fmla="*/ 2130314 w 3254264"/>
                  <a:gd name="connsiteY3" fmla="*/ 9525 h 1866900"/>
                  <a:gd name="connsiteX4" fmla="*/ 3254264 w 3254264"/>
                  <a:gd name="connsiteY4" fmla="*/ 476250 h 1866900"/>
                  <a:gd name="connsiteX5" fmla="*/ 3244739 w 3254264"/>
                  <a:gd name="connsiteY5" fmla="*/ 1866900 h 1866900"/>
                  <a:gd name="connsiteX6" fmla="*/ 3111389 w 3254264"/>
                  <a:gd name="connsiteY6" fmla="*/ 1847850 h 1866900"/>
                  <a:gd name="connsiteX7" fmla="*/ 2120789 w 3254264"/>
                  <a:gd name="connsiteY7" fmla="*/ 771525 h 1866900"/>
                  <a:gd name="connsiteX8" fmla="*/ 1120664 w 3254264"/>
                  <a:gd name="connsiteY8" fmla="*/ 571500 h 1866900"/>
                  <a:gd name="connsiteX9" fmla="*/ 253889 w 3254264"/>
                  <a:gd name="connsiteY9" fmla="*/ 1143000 h 1866900"/>
                  <a:gd name="connsiteX0" fmla="*/ 1097065 w 3230665"/>
                  <a:gd name="connsiteY0" fmla="*/ 571500 h 1866900"/>
                  <a:gd name="connsiteX1" fmla="*/ 1690 w 3230665"/>
                  <a:gd name="connsiteY1" fmla="*/ 790575 h 1866900"/>
                  <a:gd name="connsiteX2" fmla="*/ 868465 w 3230665"/>
                  <a:gd name="connsiteY2" fmla="*/ 0 h 1866900"/>
                  <a:gd name="connsiteX3" fmla="*/ 2106715 w 3230665"/>
                  <a:gd name="connsiteY3" fmla="*/ 9525 h 1866900"/>
                  <a:gd name="connsiteX4" fmla="*/ 3230665 w 3230665"/>
                  <a:gd name="connsiteY4" fmla="*/ 476250 h 1866900"/>
                  <a:gd name="connsiteX5" fmla="*/ 3221140 w 3230665"/>
                  <a:gd name="connsiteY5" fmla="*/ 1866900 h 1866900"/>
                  <a:gd name="connsiteX6" fmla="*/ 3087790 w 3230665"/>
                  <a:gd name="connsiteY6" fmla="*/ 1847850 h 1866900"/>
                  <a:gd name="connsiteX7" fmla="*/ 2097190 w 3230665"/>
                  <a:gd name="connsiteY7" fmla="*/ 771525 h 1866900"/>
                  <a:gd name="connsiteX8" fmla="*/ 1097065 w 3230665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427 w 3233027"/>
                  <a:gd name="connsiteY0" fmla="*/ 571500 h 1866900"/>
                  <a:gd name="connsiteX1" fmla="*/ 4052 w 3233027"/>
                  <a:gd name="connsiteY1" fmla="*/ 790575 h 1866900"/>
                  <a:gd name="connsiteX2" fmla="*/ 870827 w 3233027"/>
                  <a:gd name="connsiteY2" fmla="*/ 0 h 1866900"/>
                  <a:gd name="connsiteX3" fmla="*/ 2109077 w 3233027"/>
                  <a:gd name="connsiteY3" fmla="*/ 9525 h 1866900"/>
                  <a:gd name="connsiteX4" fmla="*/ 3233027 w 3233027"/>
                  <a:gd name="connsiteY4" fmla="*/ 476250 h 1866900"/>
                  <a:gd name="connsiteX5" fmla="*/ 3223502 w 3233027"/>
                  <a:gd name="connsiteY5" fmla="*/ 1866900 h 1866900"/>
                  <a:gd name="connsiteX6" fmla="*/ 3090152 w 3233027"/>
                  <a:gd name="connsiteY6" fmla="*/ 1847850 h 1866900"/>
                  <a:gd name="connsiteX7" fmla="*/ 2099552 w 3233027"/>
                  <a:gd name="connsiteY7" fmla="*/ 771525 h 1866900"/>
                  <a:gd name="connsiteX8" fmla="*/ 1099427 w 3233027"/>
                  <a:gd name="connsiteY8" fmla="*/ 571500 h 1866900"/>
                  <a:gd name="connsiteX0" fmla="*/ 1118366 w 3251966"/>
                  <a:gd name="connsiteY0" fmla="*/ 571500 h 1866900"/>
                  <a:gd name="connsiteX1" fmla="*/ 3941 w 3251966"/>
                  <a:gd name="connsiteY1" fmla="*/ 809625 h 1866900"/>
                  <a:gd name="connsiteX2" fmla="*/ 889766 w 3251966"/>
                  <a:gd name="connsiteY2" fmla="*/ 0 h 1866900"/>
                  <a:gd name="connsiteX3" fmla="*/ 2128016 w 3251966"/>
                  <a:gd name="connsiteY3" fmla="*/ 9525 h 1866900"/>
                  <a:gd name="connsiteX4" fmla="*/ 3251966 w 3251966"/>
                  <a:gd name="connsiteY4" fmla="*/ 476250 h 1866900"/>
                  <a:gd name="connsiteX5" fmla="*/ 3242441 w 3251966"/>
                  <a:gd name="connsiteY5" fmla="*/ 1866900 h 1866900"/>
                  <a:gd name="connsiteX6" fmla="*/ 3109091 w 3251966"/>
                  <a:gd name="connsiteY6" fmla="*/ 1847850 h 1866900"/>
                  <a:gd name="connsiteX7" fmla="*/ 2118491 w 3251966"/>
                  <a:gd name="connsiteY7" fmla="*/ 771525 h 1866900"/>
                  <a:gd name="connsiteX8" fmla="*/ 1118366 w 3251966"/>
                  <a:gd name="connsiteY8" fmla="*/ 571500 h 1866900"/>
                  <a:gd name="connsiteX0" fmla="*/ 1119025 w 3252625"/>
                  <a:gd name="connsiteY0" fmla="*/ 571500 h 1866900"/>
                  <a:gd name="connsiteX1" fmla="*/ 4600 w 3252625"/>
                  <a:gd name="connsiteY1" fmla="*/ 809625 h 1866900"/>
                  <a:gd name="connsiteX2" fmla="*/ 890425 w 3252625"/>
                  <a:gd name="connsiteY2" fmla="*/ 0 h 1866900"/>
                  <a:gd name="connsiteX3" fmla="*/ 2128675 w 3252625"/>
                  <a:gd name="connsiteY3" fmla="*/ 9525 h 1866900"/>
                  <a:gd name="connsiteX4" fmla="*/ 3252625 w 3252625"/>
                  <a:gd name="connsiteY4" fmla="*/ 476250 h 1866900"/>
                  <a:gd name="connsiteX5" fmla="*/ 3243100 w 3252625"/>
                  <a:gd name="connsiteY5" fmla="*/ 1866900 h 1866900"/>
                  <a:gd name="connsiteX6" fmla="*/ 3109750 w 3252625"/>
                  <a:gd name="connsiteY6" fmla="*/ 1847850 h 1866900"/>
                  <a:gd name="connsiteX7" fmla="*/ 2119150 w 3252625"/>
                  <a:gd name="connsiteY7" fmla="*/ 771525 h 1866900"/>
                  <a:gd name="connsiteX8" fmla="*/ 1119025 w 3252625"/>
                  <a:gd name="connsiteY8" fmla="*/ 571500 h 1866900"/>
                  <a:gd name="connsiteX0" fmla="*/ 1118146 w 3251746"/>
                  <a:gd name="connsiteY0" fmla="*/ 571500 h 1866900"/>
                  <a:gd name="connsiteX1" fmla="*/ 3721 w 3251746"/>
                  <a:gd name="connsiteY1" fmla="*/ 809625 h 1866900"/>
                  <a:gd name="connsiteX2" fmla="*/ 889546 w 3251746"/>
                  <a:gd name="connsiteY2" fmla="*/ 0 h 1866900"/>
                  <a:gd name="connsiteX3" fmla="*/ 2127796 w 3251746"/>
                  <a:gd name="connsiteY3" fmla="*/ 9525 h 1866900"/>
                  <a:gd name="connsiteX4" fmla="*/ 3251746 w 3251746"/>
                  <a:gd name="connsiteY4" fmla="*/ 476250 h 1866900"/>
                  <a:gd name="connsiteX5" fmla="*/ 3242221 w 3251746"/>
                  <a:gd name="connsiteY5" fmla="*/ 1866900 h 1866900"/>
                  <a:gd name="connsiteX6" fmla="*/ 3108871 w 3251746"/>
                  <a:gd name="connsiteY6" fmla="*/ 1847850 h 1866900"/>
                  <a:gd name="connsiteX7" fmla="*/ 2118271 w 3251746"/>
                  <a:gd name="connsiteY7" fmla="*/ 771525 h 1866900"/>
                  <a:gd name="connsiteX8" fmla="*/ 1118146 w 3251746"/>
                  <a:gd name="connsiteY8" fmla="*/ 571500 h 1866900"/>
                  <a:gd name="connsiteX0" fmla="*/ 1118146 w 3251746"/>
                  <a:gd name="connsiteY0" fmla="*/ 589645 h 1885045"/>
                  <a:gd name="connsiteX1" fmla="*/ 3721 w 3251746"/>
                  <a:gd name="connsiteY1" fmla="*/ 827770 h 1885045"/>
                  <a:gd name="connsiteX2" fmla="*/ 889546 w 3251746"/>
                  <a:gd name="connsiteY2" fmla="*/ 18145 h 1885045"/>
                  <a:gd name="connsiteX3" fmla="*/ 2127796 w 3251746"/>
                  <a:gd name="connsiteY3" fmla="*/ 27670 h 1885045"/>
                  <a:gd name="connsiteX4" fmla="*/ 3251746 w 3251746"/>
                  <a:gd name="connsiteY4" fmla="*/ 494395 h 1885045"/>
                  <a:gd name="connsiteX5" fmla="*/ 3242221 w 3251746"/>
                  <a:gd name="connsiteY5" fmla="*/ 1885045 h 1885045"/>
                  <a:gd name="connsiteX6" fmla="*/ 3108871 w 3251746"/>
                  <a:gd name="connsiteY6" fmla="*/ 1865995 h 1885045"/>
                  <a:gd name="connsiteX7" fmla="*/ 2118271 w 3251746"/>
                  <a:gd name="connsiteY7" fmla="*/ 789670 h 1885045"/>
                  <a:gd name="connsiteX8" fmla="*/ 1118146 w 3251746"/>
                  <a:gd name="connsiteY8" fmla="*/ 589645 h 1885045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21976"/>
                  <a:gd name="connsiteX1" fmla="*/ 3721 w 3251746"/>
                  <a:gd name="connsiteY1" fmla="*/ 844162 h 1921976"/>
                  <a:gd name="connsiteX2" fmla="*/ 889546 w 3251746"/>
                  <a:gd name="connsiteY2" fmla="*/ 34537 h 1921976"/>
                  <a:gd name="connsiteX3" fmla="*/ 2127796 w 3251746"/>
                  <a:gd name="connsiteY3" fmla="*/ 44062 h 1921976"/>
                  <a:gd name="connsiteX4" fmla="*/ 3251746 w 3251746"/>
                  <a:gd name="connsiteY4" fmla="*/ 510787 h 1921976"/>
                  <a:gd name="connsiteX5" fmla="*/ 3242221 w 3251746"/>
                  <a:gd name="connsiteY5" fmla="*/ 1901437 h 1921976"/>
                  <a:gd name="connsiteX6" fmla="*/ 2994571 w 3251746"/>
                  <a:gd name="connsiteY6" fmla="*/ 1777612 h 1921976"/>
                  <a:gd name="connsiteX7" fmla="*/ 2118271 w 3251746"/>
                  <a:gd name="connsiteY7" fmla="*/ 806062 h 1921976"/>
                  <a:gd name="connsiteX8" fmla="*/ 1118146 w 3251746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61271"/>
                  <a:gd name="connsiteY0" fmla="*/ 606037 h 1993269"/>
                  <a:gd name="connsiteX1" fmla="*/ 3721 w 3261271"/>
                  <a:gd name="connsiteY1" fmla="*/ 844162 h 1993269"/>
                  <a:gd name="connsiteX2" fmla="*/ 889546 w 3261271"/>
                  <a:gd name="connsiteY2" fmla="*/ 34537 h 1993269"/>
                  <a:gd name="connsiteX3" fmla="*/ 2127796 w 3261271"/>
                  <a:gd name="connsiteY3" fmla="*/ 44062 h 1993269"/>
                  <a:gd name="connsiteX4" fmla="*/ 3242221 w 3261271"/>
                  <a:gd name="connsiteY4" fmla="*/ 615562 h 1993269"/>
                  <a:gd name="connsiteX5" fmla="*/ 3261271 w 3261271"/>
                  <a:gd name="connsiteY5" fmla="*/ 1987162 h 1993269"/>
                  <a:gd name="connsiteX6" fmla="*/ 2994571 w 3261271"/>
                  <a:gd name="connsiteY6" fmla="*/ 1777612 h 1993269"/>
                  <a:gd name="connsiteX7" fmla="*/ 2118271 w 3261271"/>
                  <a:gd name="connsiteY7" fmla="*/ 806062 h 1993269"/>
                  <a:gd name="connsiteX8" fmla="*/ 1118146 w 3261271"/>
                  <a:gd name="connsiteY8" fmla="*/ 606037 h 199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Rounded Rectangle 4">
                <a:extLst>
                  <a:ext uri="{FF2B5EF4-FFF2-40B4-BE49-F238E27FC236}">
                    <a16:creationId xmlns:a16="http://schemas.microsoft.com/office/drawing/2014/main" xmlns="" id="{EDA3C4BB-B683-413D-9323-9DF4F98B3510}"/>
                  </a:ext>
                </a:extLst>
              </p:cNvPr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Rounded Rectangle 11">
                <a:extLst>
                  <a:ext uri="{FF2B5EF4-FFF2-40B4-BE49-F238E27FC236}">
                    <a16:creationId xmlns:a16="http://schemas.microsoft.com/office/drawing/2014/main" xmlns="" id="{2E77B9DC-491C-44D2-9ED8-82344ADF457A}"/>
                  </a:ext>
                </a:extLst>
              </p:cNvPr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xmlns="" id="{5ABF13FF-1CF7-4947-A9D2-5729DE5DFACA}"/>
                  </a:ext>
                </a:extLst>
              </p:cNvPr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Rounded Rectangle 13">
                <a:extLst>
                  <a:ext uri="{FF2B5EF4-FFF2-40B4-BE49-F238E27FC236}">
                    <a16:creationId xmlns:a16="http://schemas.microsoft.com/office/drawing/2014/main" xmlns="" id="{9FBA9DC7-4DAC-4D74-8A55-D60B7CAD20CB}"/>
                  </a:ext>
                </a:extLst>
              </p:cNvPr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xmlns="" id="{9FBDBD02-BC5C-4B69-846D-EFD2D7C50125}"/>
                </a:ext>
              </a:extLst>
            </p:cNvPr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98691 w 3152217"/>
                <a:gd name="connsiteY26" fmla="*/ 2010144 h 2217998"/>
                <a:gd name="connsiteX27" fmla="*/ 1775643 w 3152217"/>
                <a:gd name="connsiteY27" fmla="*/ 1987096 h 2217998"/>
                <a:gd name="connsiteX28" fmla="*/ 1848068 w 3152217"/>
                <a:gd name="connsiteY28" fmla="*/ 1914670 h 2217998"/>
                <a:gd name="connsiteX29" fmla="*/ 1533525 w 3152217"/>
                <a:gd name="connsiteY29" fmla="*/ 1485900 h 2217998"/>
                <a:gd name="connsiteX30" fmla="*/ 1219200 w 3152217"/>
                <a:gd name="connsiteY30" fmla="*/ 1181100 h 2217998"/>
                <a:gd name="connsiteX31" fmla="*/ 571500 w 3152217"/>
                <a:gd name="connsiteY31" fmla="*/ 1295400 h 2217998"/>
                <a:gd name="connsiteX32" fmla="*/ 0 w 3152217"/>
                <a:gd name="connsiteY32" fmla="*/ 1266825 h 2217998"/>
                <a:gd name="connsiteX33" fmla="*/ 9525 w 3152217"/>
                <a:gd name="connsiteY33" fmla="*/ 28575 h 2217998"/>
                <a:gd name="connsiteX34" fmla="*/ 323850 w 3152217"/>
                <a:gd name="connsiteY34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467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61950 w 3152217"/>
                <a:gd name="connsiteY0" fmla="*/ 0 h 2256098"/>
                <a:gd name="connsiteX1" fmla="*/ 95250 w 3152217"/>
                <a:gd name="connsiteY1" fmla="*/ 247650 h 2256098"/>
                <a:gd name="connsiteX2" fmla="*/ 1352550 w 3152217"/>
                <a:gd name="connsiteY2" fmla="*/ 123825 h 2256098"/>
                <a:gd name="connsiteX3" fmla="*/ 2314575 w 3152217"/>
                <a:gd name="connsiteY3" fmla="*/ 323850 h 2256098"/>
                <a:gd name="connsiteX4" fmla="*/ 2724150 w 3152217"/>
                <a:gd name="connsiteY4" fmla="*/ 819150 h 2256098"/>
                <a:gd name="connsiteX5" fmla="*/ 3152217 w 3152217"/>
                <a:gd name="connsiteY5" fmla="*/ 1255785 h 2256098"/>
                <a:gd name="connsiteX6" fmla="*/ 3152217 w 3152217"/>
                <a:gd name="connsiteY6" fmla="*/ 1468002 h 2256098"/>
                <a:gd name="connsiteX7" fmla="*/ 2940000 w 3152217"/>
                <a:gd name="connsiteY7" fmla="*/ 1468002 h 2256098"/>
                <a:gd name="connsiteX8" fmla="*/ 2539107 w 3152217"/>
                <a:gd name="connsiteY8" fmla="*/ 1067108 h 2256098"/>
                <a:gd name="connsiteX9" fmla="*/ 2474399 w 3152217"/>
                <a:gd name="connsiteY9" fmla="*/ 1153817 h 2256098"/>
                <a:gd name="connsiteX10" fmla="*/ 2907621 w 3152217"/>
                <a:gd name="connsiteY10" fmla="*/ 1587040 h 2256098"/>
                <a:gd name="connsiteX11" fmla="*/ 2907621 w 3152217"/>
                <a:gd name="connsiteY11" fmla="*/ 1799257 h 2256098"/>
                <a:gd name="connsiteX12" fmla="*/ 2695404 w 3152217"/>
                <a:gd name="connsiteY12" fmla="*/ 1799257 h 2256098"/>
                <a:gd name="connsiteX13" fmla="*/ 2293017 w 3152217"/>
                <a:gd name="connsiteY13" fmla="*/ 1396869 h 2256098"/>
                <a:gd name="connsiteX14" fmla="*/ 2228234 w 3152217"/>
                <a:gd name="connsiteY14" fmla="*/ 1483678 h 2256098"/>
                <a:gd name="connsiteX15" fmla="*/ 2648161 w 3152217"/>
                <a:gd name="connsiteY15" fmla="*/ 1903605 h 2256098"/>
                <a:gd name="connsiteX16" fmla="*/ 2648161 w 3152217"/>
                <a:gd name="connsiteY16" fmla="*/ 2115822 h 2256098"/>
                <a:gd name="connsiteX17" fmla="*/ 2435944 w 3152217"/>
                <a:gd name="connsiteY17" fmla="*/ 2115822 h 2256098"/>
                <a:gd name="connsiteX18" fmla="*/ 2046853 w 3152217"/>
                <a:gd name="connsiteY18" fmla="*/ 1726729 h 2256098"/>
                <a:gd name="connsiteX19" fmla="*/ 1987859 w 3152217"/>
                <a:gd name="connsiteY19" fmla="*/ 1812979 h 2256098"/>
                <a:gd name="connsiteX20" fmla="*/ 2218760 w 3152217"/>
                <a:gd name="connsiteY20" fmla="*/ 2043881 h 2256098"/>
                <a:gd name="connsiteX21" fmla="*/ 2218760 w 3152217"/>
                <a:gd name="connsiteY21" fmla="*/ 2256098 h 2256098"/>
                <a:gd name="connsiteX22" fmla="*/ 2006543 w 3152217"/>
                <a:gd name="connsiteY22" fmla="*/ 2256098 h 2256098"/>
                <a:gd name="connsiteX23" fmla="*/ 1798691 w 3152217"/>
                <a:gd name="connsiteY23" fmla="*/ 2048244 h 2256098"/>
                <a:gd name="connsiteX24" fmla="*/ 1775643 w 3152217"/>
                <a:gd name="connsiteY24" fmla="*/ 2025196 h 2256098"/>
                <a:gd name="connsiteX25" fmla="*/ 1842458 w 3152217"/>
                <a:gd name="connsiteY25" fmla="*/ 1935940 h 2256098"/>
                <a:gd name="connsiteX26" fmla="*/ 1533525 w 3152217"/>
                <a:gd name="connsiteY26" fmla="*/ 1524000 h 2256098"/>
                <a:gd name="connsiteX27" fmla="*/ 1219200 w 3152217"/>
                <a:gd name="connsiteY27" fmla="*/ 1219200 h 2256098"/>
                <a:gd name="connsiteX28" fmla="*/ 571500 w 3152217"/>
                <a:gd name="connsiteY28" fmla="*/ 1333500 h 2256098"/>
                <a:gd name="connsiteX29" fmla="*/ 0 w 3152217"/>
                <a:gd name="connsiteY29" fmla="*/ 1304925 h 2256098"/>
                <a:gd name="connsiteX30" fmla="*/ 9525 w 3152217"/>
                <a:gd name="connsiteY30" fmla="*/ 66675 h 2256098"/>
                <a:gd name="connsiteX31" fmla="*/ 361950 w 3152217"/>
                <a:gd name="connsiteY31" fmla="*/ 0 h 2256098"/>
                <a:gd name="connsiteX0" fmla="*/ 361950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61950 w 3152217"/>
                <a:gd name="connsiteY31" fmla="*/ 9525 h 2265623"/>
                <a:gd name="connsiteX0" fmla="*/ 40957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40957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24506 h 2280604"/>
                <a:gd name="connsiteX1" fmla="*/ 95250 w 3152217"/>
                <a:gd name="connsiteY1" fmla="*/ 272156 h 2280604"/>
                <a:gd name="connsiteX2" fmla="*/ 1352550 w 3152217"/>
                <a:gd name="connsiteY2" fmla="*/ 148331 h 2280604"/>
                <a:gd name="connsiteX3" fmla="*/ 2314575 w 3152217"/>
                <a:gd name="connsiteY3" fmla="*/ 348356 h 2280604"/>
                <a:gd name="connsiteX4" fmla="*/ 2724150 w 3152217"/>
                <a:gd name="connsiteY4" fmla="*/ 843656 h 2280604"/>
                <a:gd name="connsiteX5" fmla="*/ 3152217 w 3152217"/>
                <a:gd name="connsiteY5" fmla="*/ 1280291 h 2280604"/>
                <a:gd name="connsiteX6" fmla="*/ 3152217 w 3152217"/>
                <a:gd name="connsiteY6" fmla="*/ 1492508 h 2280604"/>
                <a:gd name="connsiteX7" fmla="*/ 2940000 w 3152217"/>
                <a:gd name="connsiteY7" fmla="*/ 1492508 h 2280604"/>
                <a:gd name="connsiteX8" fmla="*/ 2539107 w 3152217"/>
                <a:gd name="connsiteY8" fmla="*/ 1091614 h 2280604"/>
                <a:gd name="connsiteX9" fmla="*/ 2474399 w 3152217"/>
                <a:gd name="connsiteY9" fmla="*/ 1178323 h 2280604"/>
                <a:gd name="connsiteX10" fmla="*/ 2907621 w 3152217"/>
                <a:gd name="connsiteY10" fmla="*/ 1611546 h 2280604"/>
                <a:gd name="connsiteX11" fmla="*/ 2907621 w 3152217"/>
                <a:gd name="connsiteY11" fmla="*/ 1823763 h 2280604"/>
                <a:gd name="connsiteX12" fmla="*/ 2695404 w 3152217"/>
                <a:gd name="connsiteY12" fmla="*/ 1823763 h 2280604"/>
                <a:gd name="connsiteX13" fmla="*/ 2293017 w 3152217"/>
                <a:gd name="connsiteY13" fmla="*/ 1421375 h 2280604"/>
                <a:gd name="connsiteX14" fmla="*/ 2228234 w 3152217"/>
                <a:gd name="connsiteY14" fmla="*/ 1508184 h 2280604"/>
                <a:gd name="connsiteX15" fmla="*/ 2648161 w 3152217"/>
                <a:gd name="connsiteY15" fmla="*/ 1928111 h 2280604"/>
                <a:gd name="connsiteX16" fmla="*/ 2648161 w 3152217"/>
                <a:gd name="connsiteY16" fmla="*/ 2140328 h 2280604"/>
                <a:gd name="connsiteX17" fmla="*/ 2435944 w 3152217"/>
                <a:gd name="connsiteY17" fmla="*/ 2140328 h 2280604"/>
                <a:gd name="connsiteX18" fmla="*/ 2046853 w 3152217"/>
                <a:gd name="connsiteY18" fmla="*/ 1751235 h 2280604"/>
                <a:gd name="connsiteX19" fmla="*/ 1987859 w 3152217"/>
                <a:gd name="connsiteY19" fmla="*/ 1837485 h 2280604"/>
                <a:gd name="connsiteX20" fmla="*/ 2218760 w 3152217"/>
                <a:gd name="connsiteY20" fmla="*/ 2068387 h 2280604"/>
                <a:gd name="connsiteX21" fmla="*/ 2218760 w 3152217"/>
                <a:gd name="connsiteY21" fmla="*/ 2280604 h 2280604"/>
                <a:gd name="connsiteX22" fmla="*/ 2006543 w 3152217"/>
                <a:gd name="connsiteY22" fmla="*/ 2280604 h 2280604"/>
                <a:gd name="connsiteX23" fmla="*/ 1798691 w 3152217"/>
                <a:gd name="connsiteY23" fmla="*/ 2072750 h 2280604"/>
                <a:gd name="connsiteX24" fmla="*/ 1775643 w 3152217"/>
                <a:gd name="connsiteY24" fmla="*/ 2049702 h 2280604"/>
                <a:gd name="connsiteX25" fmla="*/ 1842458 w 3152217"/>
                <a:gd name="connsiteY25" fmla="*/ 1960446 h 2280604"/>
                <a:gd name="connsiteX26" fmla="*/ 1533525 w 3152217"/>
                <a:gd name="connsiteY26" fmla="*/ 1548506 h 2280604"/>
                <a:gd name="connsiteX27" fmla="*/ 1219200 w 3152217"/>
                <a:gd name="connsiteY27" fmla="*/ 1243706 h 2280604"/>
                <a:gd name="connsiteX28" fmla="*/ 571500 w 3152217"/>
                <a:gd name="connsiteY28" fmla="*/ 1358006 h 2280604"/>
                <a:gd name="connsiteX29" fmla="*/ 0 w 3152217"/>
                <a:gd name="connsiteY29" fmla="*/ 1329431 h 2280604"/>
                <a:gd name="connsiteX30" fmla="*/ 0 w 3152217"/>
                <a:gd name="connsiteY30" fmla="*/ 14981 h 2280604"/>
                <a:gd name="connsiteX31" fmla="*/ 390525 w 3152217"/>
                <a:gd name="connsiteY31" fmla="*/ 24506 h 2280604"/>
                <a:gd name="connsiteX0" fmla="*/ 390525 w 3152217"/>
                <a:gd name="connsiteY0" fmla="*/ 33386 h 2289484"/>
                <a:gd name="connsiteX1" fmla="*/ 95250 w 3152217"/>
                <a:gd name="connsiteY1" fmla="*/ 281036 h 2289484"/>
                <a:gd name="connsiteX2" fmla="*/ 1352550 w 3152217"/>
                <a:gd name="connsiteY2" fmla="*/ 157211 h 2289484"/>
                <a:gd name="connsiteX3" fmla="*/ 2314575 w 3152217"/>
                <a:gd name="connsiteY3" fmla="*/ 357236 h 2289484"/>
                <a:gd name="connsiteX4" fmla="*/ 2724150 w 3152217"/>
                <a:gd name="connsiteY4" fmla="*/ 852536 h 2289484"/>
                <a:gd name="connsiteX5" fmla="*/ 3152217 w 3152217"/>
                <a:gd name="connsiteY5" fmla="*/ 1289171 h 2289484"/>
                <a:gd name="connsiteX6" fmla="*/ 3152217 w 3152217"/>
                <a:gd name="connsiteY6" fmla="*/ 1501388 h 2289484"/>
                <a:gd name="connsiteX7" fmla="*/ 2940000 w 3152217"/>
                <a:gd name="connsiteY7" fmla="*/ 1501388 h 2289484"/>
                <a:gd name="connsiteX8" fmla="*/ 2539107 w 3152217"/>
                <a:gd name="connsiteY8" fmla="*/ 1100494 h 2289484"/>
                <a:gd name="connsiteX9" fmla="*/ 2474399 w 3152217"/>
                <a:gd name="connsiteY9" fmla="*/ 1187203 h 2289484"/>
                <a:gd name="connsiteX10" fmla="*/ 2907621 w 3152217"/>
                <a:gd name="connsiteY10" fmla="*/ 1620426 h 2289484"/>
                <a:gd name="connsiteX11" fmla="*/ 2907621 w 3152217"/>
                <a:gd name="connsiteY11" fmla="*/ 1832643 h 2289484"/>
                <a:gd name="connsiteX12" fmla="*/ 2695404 w 3152217"/>
                <a:gd name="connsiteY12" fmla="*/ 1832643 h 2289484"/>
                <a:gd name="connsiteX13" fmla="*/ 2293017 w 3152217"/>
                <a:gd name="connsiteY13" fmla="*/ 1430255 h 2289484"/>
                <a:gd name="connsiteX14" fmla="*/ 2228234 w 3152217"/>
                <a:gd name="connsiteY14" fmla="*/ 1517064 h 2289484"/>
                <a:gd name="connsiteX15" fmla="*/ 2648161 w 3152217"/>
                <a:gd name="connsiteY15" fmla="*/ 1936991 h 2289484"/>
                <a:gd name="connsiteX16" fmla="*/ 2648161 w 3152217"/>
                <a:gd name="connsiteY16" fmla="*/ 2149208 h 2289484"/>
                <a:gd name="connsiteX17" fmla="*/ 2435944 w 3152217"/>
                <a:gd name="connsiteY17" fmla="*/ 2149208 h 2289484"/>
                <a:gd name="connsiteX18" fmla="*/ 2046853 w 3152217"/>
                <a:gd name="connsiteY18" fmla="*/ 1760115 h 2289484"/>
                <a:gd name="connsiteX19" fmla="*/ 1987859 w 3152217"/>
                <a:gd name="connsiteY19" fmla="*/ 1846365 h 2289484"/>
                <a:gd name="connsiteX20" fmla="*/ 2218760 w 3152217"/>
                <a:gd name="connsiteY20" fmla="*/ 2077267 h 2289484"/>
                <a:gd name="connsiteX21" fmla="*/ 2218760 w 3152217"/>
                <a:gd name="connsiteY21" fmla="*/ 2289484 h 2289484"/>
                <a:gd name="connsiteX22" fmla="*/ 2006543 w 3152217"/>
                <a:gd name="connsiteY22" fmla="*/ 2289484 h 2289484"/>
                <a:gd name="connsiteX23" fmla="*/ 1798691 w 3152217"/>
                <a:gd name="connsiteY23" fmla="*/ 2081630 h 2289484"/>
                <a:gd name="connsiteX24" fmla="*/ 1775643 w 3152217"/>
                <a:gd name="connsiteY24" fmla="*/ 2058582 h 2289484"/>
                <a:gd name="connsiteX25" fmla="*/ 1842458 w 3152217"/>
                <a:gd name="connsiteY25" fmla="*/ 1969326 h 2289484"/>
                <a:gd name="connsiteX26" fmla="*/ 1533525 w 3152217"/>
                <a:gd name="connsiteY26" fmla="*/ 1557386 h 2289484"/>
                <a:gd name="connsiteX27" fmla="*/ 1219200 w 3152217"/>
                <a:gd name="connsiteY27" fmla="*/ 1252586 h 2289484"/>
                <a:gd name="connsiteX28" fmla="*/ 571500 w 3152217"/>
                <a:gd name="connsiteY28" fmla="*/ 1366886 h 2289484"/>
                <a:gd name="connsiteX29" fmla="*/ 0 w 3152217"/>
                <a:gd name="connsiteY29" fmla="*/ 1338311 h 2289484"/>
                <a:gd name="connsiteX30" fmla="*/ 0 w 3152217"/>
                <a:gd name="connsiteY30" fmla="*/ 23861 h 2289484"/>
                <a:gd name="connsiteX31" fmla="*/ 390525 w 3152217"/>
                <a:gd name="connsiteY31" fmla="*/ 33386 h 2289484"/>
                <a:gd name="connsiteX0" fmla="*/ 390525 w 3152217"/>
                <a:gd name="connsiteY0" fmla="*/ 24507 h 2280605"/>
                <a:gd name="connsiteX1" fmla="*/ 95250 w 3152217"/>
                <a:gd name="connsiteY1" fmla="*/ 272157 h 2280605"/>
                <a:gd name="connsiteX2" fmla="*/ 1352550 w 3152217"/>
                <a:gd name="connsiteY2" fmla="*/ 148332 h 2280605"/>
                <a:gd name="connsiteX3" fmla="*/ 2314575 w 3152217"/>
                <a:gd name="connsiteY3" fmla="*/ 348357 h 2280605"/>
                <a:gd name="connsiteX4" fmla="*/ 2724150 w 3152217"/>
                <a:gd name="connsiteY4" fmla="*/ 843657 h 2280605"/>
                <a:gd name="connsiteX5" fmla="*/ 3152217 w 3152217"/>
                <a:gd name="connsiteY5" fmla="*/ 1280292 h 2280605"/>
                <a:gd name="connsiteX6" fmla="*/ 3152217 w 3152217"/>
                <a:gd name="connsiteY6" fmla="*/ 1492509 h 2280605"/>
                <a:gd name="connsiteX7" fmla="*/ 2940000 w 3152217"/>
                <a:gd name="connsiteY7" fmla="*/ 1492509 h 2280605"/>
                <a:gd name="connsiteX8" fmla="*/ 2539107 w 3152217"/>
                <a:gd name="connsiteY8" fmla="*/ 1091615 h 2280605"/>
                <a:gd name="connsiteX9" fmla="*/ 2474399 w 3152217"/>
                <a:gd name="connsiteY9" fmla="*/ 1178324 h 2280605"/>
                <a:gd name="connsiteX10" fmla="*/ 2907621 w 3152217"/>
                <a:gd name="connsiteY10" fmla="*/ 1611547 h 2280605"/>
                <a:gd name="connsiteX11" fmla="*/ 2907621 w 3152217"/>
                <a:gd name="connsiteY11" fmla="*/ 1823764 h 2280605"/>
                <a:gd name="connsiteX12" fmla="*/ 2695404 w 3152217"/>
                <a:gd name="connsiteY12" fmla="*/ 1823764 h 2280605"/>
                <a:gd name="connsiteX13" fmla="*/ 2293017 w 3152217"/>
                <a:gd name="connsiteY13" fmla="*/ 1421376 h 2280605"/>
                <a:gd name="connsiteX14" fmla="*/ 2228234 w 3152217"/>
                <a:gd name="connsiteY14" fmla="*/ 1508185 h 2280605"/>
                <a:gd name="connsiteX15" fmla="*/ 2648161 w 3152217"/>
                <a:gd name="connsiteY15" fmla="*/ 1928112 h 2280605"/>
                <a:gd name="connsiteX16" fmla="*/ 2648161 w 3152217"/>
                <a:gd name="connsiteY16" fmla="*/ 2140329 h 2280605"/>
                <a:gd name="connsiteX17" fmla="*/ 2435944 w 3152217"/>
                <a:gd name="connsiteY17" fmla="*/ 2140329 h 2280605"/>
                <a:gd name="connsiteX18" fmla="*/ 2046853 w 3152217"/>
                <a:gd name="connsiteY18" fmla="*/ 1751236 h 2280605"/>
                <a:gd name="connsiteX19" fmla="*/ 1987859 w 3152217"/>
                <a:gd name="connsiteY19" fmla="*/ 1837486 h 2280605"/>
                <a:gd name="connsiteX20" fmla="*/ 2218760 w 3152217"/>
                <a:gd name="connsiteY20" fmla="*/ 2068388 h 2280605"/>
                <a:gd name="connsiteX21" fmla="*/ 2218760 w 3152217"/>
                <a:gd name="connsiteY21" fmla="*/ 2280605 h 2280605"/>
                <a:gd name="connsiteX22" fmla="*/ 2006543 w 3152217"/>
                <a:gd name="connsiteY22" fmla="*/ 2280605 h 2280605"/>
                <a:gd name="connsiteX23" fmla="*/ 1798691 w 3152217"/>
                <a:gd name="connsiteY23" fmla="*/ 2072751 h 2280605"/>
                <a:gd name="connsiteX24" fmla="*/ 1775643 w 3152217"/>
                <a:gd name="connsiteY24" fmla="*/ 2049703 h 2280605"/>
                <a:gd name="connsiteX25" fmla="*/ 1842458 w 3152217"/>
                <a:gd name="connsiteY25" fmla="*/ 1960447 h 2280605"/>
                <a:gd name="connsiteX26" fmla="*/ 1533525 w 3152217"/>
                <a:gd name="connsiteY26" fmla="*/ 1548507 h 2280605"/>
                <a:gd name="connsiteX27" fmla="*/ 1219200 w 3152217"/>
                <a:gd name="connsiteY27" fmla="*/ 1243707 h 2280605"/>
                <a:gd name="connsiteX28" fmla="*/ 571500 w 3152217"/>
                <a:gd name="connsiteY28" fmla="*/ 1358007 h 2280605"/>
                <a:gd name="connsiteX29" fmla="*/ 0 w 3152217"/>
                <a:gd name="connsiteY29" fmla="*/ 1329432 h 2280605"/>
                <a:gd name="connsiteX30" fmla="*/ 0 w 3152217"/>
                <a:gd name="connsiteY30" fmla="*/ 14982 h 2280605"/>
                <a:gd name="connsiteX31" fmla="*/ 390525 w 3152217"/>
                <a:gd name="connsiteY31" fmla="*/ 24507 h 2280605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400050 w 3152217"/>
                <a:gd name="connsiteY0" fmla="*/ 0 h 2284673"/>
                <a:gd name="connsiteX1" fmla="*/ 95250 w 3152217"/>
                <a:gd name="connsiteY1" fmla="*/ 276225 h 2284673"/>
                <a:gd name="connsiteX2" fmla="*/ 1352550 w 3152217"/>
                <a:gd name="connsiteY2" fmla="*/ 152400 h 2284673"/>
                <a:gd name="connsiteX3" fmla="*/ 2314575 w 3152217"/>
                <a:gd name="connsiteY3" fmla="*/ 352425 h 2284673"/>
                <a:gd name="connsiteX4" fmla="*/ 2724150 w 3152217"/>
                <a:gd name="connsiteY4" fmla="*/ 847725 h 2284673"/>
                <a:gd name="connsiteX5" fmla="*/ 3152217 w 3152217"/>
                <a:gd name="connsiteY5" fmla="*/ 1284360 h 2284673"/>
                <a:gd name="connsiteX6" fmla="*/ 3152217 w 3152217"/>
                <a:gd name="connsiteY6" fmla="*/ 1496577 h 2284673"/>
                <a:gd name="connsiteX7" fmla="*/ 2940000 w 3152217"/>
                <a:gd name="connsiteY7" fmla="*/ 1496577 h 2284673"/>
                <a:gd name="connsiteX8" fmla="*/ 2539107 w 3152217"/>
                <a:gd name="connsiteY8" fmla="*/ 1095683 h 2284673"/>
                <a:gd name="connsiteX9" fmla="*/ 2474399 w 3152217"/>
                <a:gd name="connsiteY9" fmla="*/ 1182392 h 2284673"/>
                <a:gd name="connsiteX10" fmla="*/ 2907621 w 3152217"/>
                <a:gd name="connsiteY10" fmla="*/ 1615615 h 2284673"/>
                <a:gd name="connsiteX11" fmla="*/ 2907621 w 3152217"/>
                <a:gd name="connsiteY11" fmla="*/ 1827832 h 2284673"/>
                <a:gd name="connsiteX12" fmla="*/ 2695404 w 3152217"/>
                <a:gd name="connsiteY12" fmla="*/ 1827832 h 2284673"/>
                <a:gd name="connsiteX13" fmla="*/ 2293017 w 3152217"/>
                <a:gd name="connsiteY13" fmla="*/ 1425444 h 2284673"/>
                <a:gd name="connsiteX14" fmla="*/ 2228234 w 3152217"/>
                <a:gd name="connsiteY14" fmla="*/ 1512253 h 2284673"/>
                <a:gd name="connsiteX15" fmla="*/ 2648161 w 3152217"/>
                <a:gd name="connsiteY15" fmla="*/ 1932180 h 2284673"/>
                <a:gd name="connsiteX16" fmla="*/ 2648161 w 3152217"/>
                <a:gd name="connsiteY16" fmla="*/ 2144397 h 2284673"/>
                <a:gd name="connsiteX17" fmla="*/ 2435944 w 3152217"/>
                <a:gd name="connsiteY17" fmla="*/ 2144397 h 2284673"/>
                <a:gd name="connsiteX18" fmla="*/ 2046853 w 3152217"/>
                <a:gd name="connsiteY18" fmla="*/ 1755304 h 2284673"/>
                <a:gd name="connsiteX19" fmla="*/ 1987859 w 3152217"/>
                <a:gd name="connsiteY19" fmla="*/ 1841554 h 2284673"/>
                <a:gd name="connsiteX20" fmla="*/ 2218760 w 3152217"/>
                <a:gd name="connsiteY20" fmla="*/ 2072456 h 2284673"/>
                <a:gd name="connsiteX21" fmla="*/ 2218760 w 3152217"/>
                <a:gd name="connsiteY21" fmla="*/ 2284673 h 2284673"/>
                <a:gd name="connsiteX22" fmla="*/ 2006543 w 3152217"/>
                <a:gd name="connsiteY22" fmla="*/ 2284673 h 2284673"/>
                <a:gd name="connsiteX23" fmla="*/ 1798691 w 3152217"/>
                <a:gd name="connsiteY23" fmla="*/ 2076819 h 2284673"/>
                <a:gd name="connsiteX24" fmla="*/ 1775643 w 3152217"/>
                <a:gd name="connsiteY24" fmla="*/ 2053771 h 2284673"/>
                <a:gd name="connsiteX25" fmla="*/ 1842458 w 3152217"/>
                <a:gd name="connsiteY25" fmla="*/ 1964515 h 2284673"/>
                <a:gd name="connsiteX26" fmla="*/ 1533525 w 3152217"/>
                <a:gd name="connsiteY26" fmla="*/ 1552575 h 2284673"/>
                <a:gd name="connsiteX27" fmla="*/ 1219200 w 3152217"/>
                <a:gd name="connsiteY27" fmla="*/ 1247775 h 2284673"/>
                <a:gd name="connsiteX28" fmla="*/ 571500 w 3152217"/>
                <a:gd name="connsiteY28" fmla="*/ 1362075 h 2284673"/>
                <a:gd name="connsiteX29" fmla="*/ 0 w 3152217"/>
                <a:gd name="connsiteY29" fmla="*/ 1333500 h 2284673"/>
                <a:gd name="connsiteX30" fmla="*/ 0 w 3152217"/>
                <a:gd name="connsiteY30" fmla="*/ 19050 h 2284673"/>
                <a:gd name="connsiteX31" fmla="*/ 400050 w 3152217"/>
                <a:gd name="connsiteY31" fmla="*/ 0 h 228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02F123F5-0F30-4DBA-BDB8-EF220E4BAF40}"/>
              </a:ext>
            </a:extLst>
          </p:cNvPr>
          <p:cNvGrpSpPr/>
          <p:nvPr/>
        </p:nvGrpSpPr>
        <p:grpSpPr>
          <a:xfrm>
            <a:off x="1119607" y="1202491"/>
            <a:ext cx="9560546" cy="4382793"/>
            <a:chOff x="905177" y="1647480"/>
            <a:chExt cx="9560546" cy="438279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26F60980-0E16-447A-AAFB-CE1B07EE20A5}"/>
                </a:ext>
              </a:extLst>
            </p:cNvPr>
            <p:cNvSpPr/>
            <p:nvPr/>
          </p:nvSpPr>
          <p:spPr>
            <a:xfrm>
              <a:off x="934801" y="1738014"/>
              <a:ext cx="610352" cy="610352"/>
            </a:xfrm>
            <a:prstGeom prst="rect">
              <a:avLst/>
            </a:prstGeom>
            <a:solidFill>
              <a:schemeClr val="accent1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>
                <a:solidFill>
                  <a:prstClr val="white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A95D2974-A114-4A7D-9739-97D3CAF1EDB7}"/>
                </a:ext>
              </a:extLst>
            </p:cNvPr>
            <p:cNvSpPr/>
            <p:nvPr/>
          </p:nvSpPr>
          <p:spPr>
            <a:xfrm>
              <a:off x="919882" y="3633917"/>
              <a:ext cx="610352" cy="610352"/>
            </a:xfrm>
            <a:prstGeom prst="rect">
              <a:avLst/>
            </a:prstGeom>
            <a:solidFill>
              <a:schemeClr val="accent2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prstClr val="white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2E9EF9D8-4C08-4280-B857-5E8E3AA5CA97}"/>
                </a:ext>
              </a:extLst>
            </p:cNvPr>
            <p:cNvSpPr/>
            <p:nvPr/>
          </p:nvSpPr>
          <p:spPr>
            <a:xfrm>
              <a:off x="7781397" y="2389270"/>
              <a:ext cx="610352" cy="610352"/>
            </a:xfrm>
            <a:prstGeom prst="rect">
              <a:avLst/>
            </a:prstGeom>
            <a:solidFill>
              <a:schemeClr val="accent4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prstClr val="white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514B43B3-0CF2-4CAB-B340-36A51AE38538}"/>
                </a:ext>
              </a:extLst>
            </p:cNvPr>
            <p:cNvSpPr/>
            <p:nvPr/>
          </p:nvSpPr>
          <p:spPr>
            <a:xfrm>
              <a:off x="7786054" y="4413975"/>
              <a:ext cx="610352" cy="610352"/>
            </a:xfrm>
            <a:prstGeom prst="rect">
              <a:avLst/>
            </a:prstGeom>
            <a:solidFill>
              <a:schemeClr val="accent5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prstClr val="white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BC58F1FD-2E87-4DE3-B0A6-C754331F5188}"/>
                </a:ext>
              </a:extLst>
            </p:cNvPr>
            <p:cNvSpPr txBox="1"/>
            <p:nvPr/>
          </p:nvSpPr>
          <p:spPr>
            <a:xfrm>
              <a:off x="934801" y="1812358"/>
              <a:ext cx="61035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cs typeface="Arial" pitchFamily="34" charset="0"/>
                </a:rPr>
                <a:t>01</a:t>
              </a:r>
              <a:endParaRPr lang="ko-KR" altLang="en-US" sz="2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0AF9043D-B83B-4C5F-8439-97234A0FC595}"/>
                </a:ext>
              </a:extLst>
            </p:cNvPr>
            <p:cNvSpPr txBox="1"/>
            <p:nvPr/>
          </p:nvSpPr>
          <p:spPr>
            <a:xfrm>
              <a:off x="905177" y="3719131"/>
              <a:ext cx="61035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cs typeface="Arial" pitchFamily="34" charset="0"/>
                </a:rPr>
                <a:t>02</a:t>
              </a:r>
              <a:endParaRPr lang="ko-KR" altLang="en-US" sz="2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F4E5C71B-F24F-476D-9793-E95EEEA26708}"/>
                </a:ext>
              </a:extLst>
            </p:cNvPr>
            <p:cNvSpPr txBox="1"/>
            <p:nvPr/>
          </p:nvSpPr>
          <p:spPr>
            <a:xfrm>
              <a:off x="7765352" y="2480436"/>
              <a:ext cx="61035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cs typeface="Arial" pitchFamily="34" charset="0"/>
                </a:rPr>
                <a:t>04</a:t>
              </a:r>
              <a:endParaRPr lang="ko-KR" altLang="en-US" sz="2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264250A6-C3E9-4772-AB6E-4D5E34758B28}"/>
                </a:ext>
              </a:extLst>
            </p:cNvPr>
            <p:cNvSpPr txBox="1"/>
            <p:nvPr/>
          </p:nvSpPr>
          <p:spPr>
            <a:xfrm>
              <a:off x="7780099" y="4456882"/>
              <a:ext cx="61035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prstClr val="white"/>
                  </a:solidFill>
                  <a:cs typeface="Arial" pitchFamily="34" charset="0"/>
                </a:rPr>
                <a:t>05</a:t>
              </a:r>
              <a:endParaRPr lang="ko-KR" altLang="en-US" sz="2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AE7AE3EB-A142-451A-B7A7-96BF762A9672}"/>
                </a:ext>
              </a:extLst>
            </p:cNvPr>
            <p:cNvSpPr txBox="1"/>
            <p:nvPr/>
          </p:nvSpPr>
          <p:spPr>
            <a:xfrm>
              <a:off x="1576968" y="1647480"/>
              <a:ext cx="24934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Fokus pada nilai keunikan dibanding harga</a:t>
              </a:r>
              <a:endPara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AC7DF9DF-F69E-446A-9BC1-1BD3D58EE9A4}"/>
                </a:ext>
              </a:extLst>
            </p:cNvPr>
            <p:cNvSpPr txBox="1"/>
            <p:nvPr/>
          </p:nvSpPr>
          <p:spPr>
            <a:xfrm>
              <a:off x="1574777" y="3597040"/>
              <a:ext cx="27843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Terus-menerus melakukan Inovasi</a:t>
              </a:r>
              <a:endPara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48A7651B-8010-4B0F-947F-3BFDE2E5676A}"/>
                </a:ext>
              </a:extLst>
            </p:cNvPr>
            <p:cNvSpPr txBox="1"/>
            <p:nvPr/>
          </p:nvSpPr>
          <p:spPr>
            <a:xfrm>
              <a:off x="1602458" y="5322387"/>
              <a:ext cx="218353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Strategi </a:t>
              </a:r>
              <a:r>
                <a:rPr lang="id-ID" altLang="ko-KR" sz="2000" b="1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branding</a:t>
              </a:r>
              <a:r>
                <a:rPr lang="id-ID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id-ID" altLang="ko-KR" sz="2000" b="1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bsik</a:t>
              </a:r>
              <a:endPara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1E2D08B9-830B-4F1C-AC28-2A21C421B21B}"/>
                </a:ext>
              </a:extLst>
            </p:cNvPr>
            <p:cNvSpPr txBox="1"/>
            <p:nvPr/>
          </p:nvSpPr>
          <p:spPr>
            <a:xfrm>
              <a:off x="8407794" y="2186614"/>
              <a:ext cx="20579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Mendengar masukan dari pelanggan</a:t>
              </a:r>
              <a:endPara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23126D52-FCF3-4AB8-3989-9D4D7EC87999}"/>
              </a:ext>
            </a:extLst>
          </p:cNvPr>
          <p:cNvSpPr/>
          <p:nvPr/>
        </p:nvSpPr>
        <p:spPr>
          <a:xfrm>
            <a:off x="1149231" y="4945964"/>
            <a:ext cx="610352" cy="610352"/>
          </a:xfrm>
          <a:prstGeom prst="rect">
            <a:avLst/>
          </a:prstGeom>
          <a:solidFill>
            <a:schemeClr val="accent3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solidFill>
                <a:prstClr val="white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74CE2B67-DB5B-F896-AEAF-DD8B65E57F54}"/>
              </a:ext>
            </a:extLst>
          </p:cNvPr>
          <p:cNvSpPr txBox="1"/>
          <p:nvPr/>
        </p:nvSpPr>
        <p:spPr>
          <a:xfrm>
            <a:off x="1157634" y="5020307"/>
            <a:ext cx="61035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prstClr val="white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0D626D4E-C5EF-E5BA-9BBC-685C64EA7C0D}"/>
              </a:ext>
            </a:extLst>
          </p:cNvPr>
          <p:cNvSpPr txBox="1"/>
          <p:nvPr/>
        </p:nvSpPr>
        <p:spPr>
          <a:xfrm>
            <a:off x="8616791" y="3929252"/>
            <a:ext cx="2436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Membangun sebuah pengalaman</a:t>
            </a:r>
            <a:endParaRPr lang="ko-KR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902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88430B6-8874-4203-952A-9B1EF7C18A47}"/>
              </a:ext>
            </a:extLst>
          </p:cNvPr>
          <p:cNvSpPr txBox="1"/>
          <p:nvPr/>
        </p:nvSpPr>
        <p:spPr>
          <a:xfrm>
            <a:off x="6923315" y="1589455"/>
            <a:ext cx="444612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600" dirty="0" smtClean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4AE68E4-B90C-4CB4-B954-4821548499BC}"/>
              </a:ext>
            </a:extLst>
          </p:cNvPr>
          <p:cNvSpPr txBox="1"/>
          <p:nvPr/>
        </p:nvSpPr>
        <p:spPr>
          <a:xfrm>
            <a:off x="6891496" y="735540"/>
            <a:ext cx="4722453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 err="1"/>
              <a:t>Struktur</a:t>
            </a:r>
            <a:r>
              <a:rPr lang="en-US" sz="2000" b="1" dirty="0"/>
              <a:t> </a:t>
            </a:r>
            <a:r>
              <a:rPr lang="en-US" sz="2000" b="1" dirty="0" err="1"/>
              <a:t>Organisasi</a:t>
            </a:r>
            <a:r>
              <a:rPr lang="en-US" sz="2000" b="1" dirty="0"/>
              <a:t> </a:t>
            </a:r>
            <a:r>
              <a:rPr lang="en-US" sz="2000" b="1" dirty="0" err="1"/>
              <a:t>dan</a:t>
            </a:r>
            <a:r>
              <a:rPr lang="en-US" sz="2000" b="1" dirty="0"/>
              <a:t> </a:t>
            </a:r>
            <a:r>
              <a:rPr lang="en-US" sz="2000" b="1" dirty="0" err="1"/>
              <a:t>Manajemen</a:t>
            </a:r>
            <a:r>
              <a:rPr lang="en-US" sz="2000" b="1" dirty="0"/>
              <a:t> </a:t>
            </a:r>
            <a:r>
              <a:rPr lang="en-US" sz="2000" b="1" dirty="0" err="1"/>
              <a:t>dari</a:t>
            </a:r>
            <a:r>
              <a:rPr lang="en-US" sz="2000" b="1" dirty="0"/>
              <a:t> Perusahaan di </a:t>
            </a:r>
            <a:r>
              <a:rPr lang="en-US" sz="2000" b="1" dirty="0" err="1"/>
              <a:t>Bidang</a:t>
            </a:r>
            <a:r>
              <a:rPr lang="en-US" sz="2000" b="1" dirty="0"/>
              <a:t> </a:t>
            </a:r>
            <a:r>
              <a:rPr lang="en-US" sz="2000" b="1" dirty="0" err="1"/>
              <a:t>Industri</a:t>
            </a:r>
            <a:r>
              <a:rPr lang="en-US" sz="2000" b="1" dirty="0"/>
              <a:t> </a:t>
            </a:r>
            <a:r>
              <a:rPr lang="en-US" sz="2000" b="1" dirty="0" err="1"/>
              <a:t>Teknologi</a:t>
            </a:r>
            <a:endParaRPr lang="en-US" sz="2000" dirty="0"/>
          </a:p>
          <a:p>
            <a:endParaRPr lang="en-US" altLang="ko-KR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99E58A8-1EBE-4FD0-97F3-C5072791CE08}"/>
              </a:ext>
            </a:extLst>
          </p:cNvPr>
          <p:cNvSpPr txBox="1"/>
          <p:nvPr/>
        </p:nvSpPr>
        <p:spPr>
          <a:xfrm>
            <a:off x="6506308" y="1758732"/>
            <a:ext cx="51698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 </a:t>
            </a:r>
          </a:p>
          <a:p>
            <a:pPr fontAlgn="base"/>
            <a:r>
              <a:rPr lang="en-US" sz="1200" b="1" dirty="0"/>
              <a:t> Apple Inc.</a:t>
            </a:r>
            <a:r>
              <a:rPr lang="en-US" sz="1200" dirty="0"/>
              <a:t> (</a:t>
            </a:r>
            <a:r>
              <a:rPr lang="en-US" sz="1200" dirty="0" err="1"/>
              <a:t>sebelumnya</a:t>
            </a:r>
            <a:r>
              <a:rPr lang="en-US" sz="1200" dirty="0"/>
              <a:t> </a:t>
            </a:r>
            <a:r>
              <a:rPr lang="en-US" sz="1200" dirty="0" err="1"/>
              <a:t>bernama</a:t>
            </a:r>
            <a:r>
              <a:rPr lang="en-US" sz="1200" dirty="0"/>
              <a:t> </a:t>
            </a:r>
            <a:r>
              <a:rPr lang="en-US" sz="1200" b="1" dirty="0"/>
              <a:t>Apple Computer, Inc.</a:t>
            </a:r>
            <a:r>
              <a:rPr lang="en-US" sz="1200" dirty="0"/>
              <a:t>)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sebuah</a:t>
            </a:r>
            <a:r>
              <a:rPr lang="en-US" sz="1200" dirty="0"/>
              <a:t> </a:t>
            </a:r>
            <a:r>
              <a:rPr lang="en-US" sz="1200" dirty="0" err="1"/>
              <a:t>perusahaan</a:t>
            </a:r>
            <a:r>
              <a:rPr lang="en-US" sz="1200" dirty="0"/>
              <a:t> </a:t>
            </a:r>
            <a:r>
              <a:rPr lang="en-US" sz="1200" dirty="0" err="1"/>
              <a:t>multinasional</a:t>
            </a:r>
            <a:r>
              <a:rPr lang="en-US" sz="1200" dirty="0"/>
              <a:t> yang </a:t>
            </a:r>
            <a:r>
              <a:rPr lang="en-US" sz="1200" dirty="0" err="1"/>
              <a:t>berpusat</a:t>
            </a:r>
            <a:r>
              <a:rPr lang="en-US" sz="1200" dirty="0"/>
              <a:t> di Silicon Valley, Cupertino, California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bergerak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bidang</a:t>
            </a:r>
            <a:r>
              <a:rPr lang="en-US" sz="1200" dirty="0"/>
              <a:t> </a:t>
            </a:r>
            <a:r>
              <a:rPr lang="en-US" sz="1200" dirty="0" err="1"/>
              <a:t>perancangan</a:t>
            </a:r>
            <a:r>
              <a:rPr lang="en-US" sz="1200" dirty="0"/>
              <a:t>, </a:t>
            </a:r>
            <a:r>
              <a:rPr lang="en-US" sz="1200" dirty="0" err="1"/>
              <a:t>pengembangan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penjualan</a:t>
            </a:r>
            <a:r>
              <a:rPr lang="en-US" sz="1200" dirty="0"/>
              <a:t> </a:t>
            </a:r>
            <a:r>
              <a:rPr lang="en-US" sz="1200" dirty="0" err="1"/>
              <a:t>barang-barang</a:t>
            </a:r>
            <a:r>
              <a:rPr lang="en-US" sz="1200" dirty="0"/>
              <a:t> yang </a:t>
            </a:r>
            <a:r>
              <a:rPr lang="en-US" sz="1200" dirty="0" err="1"/>
              <a:t>meliputi</a:t>
            </a:r>
            <a:r>
              <a:rPr lang="en-US" sz="1200" dirty="0"/>
              <a:t> </a:t>
            </a:r>
            <a:r>
              <a:rPr lang="en-US" sz="1200" dirty="0" err="1"/>
              <a:t>elektronik</a:t>
            </a:r>
            <a:r>
              <a:rPr lang="en-US" sz="1200" dirty="0"/>
              <a:t> </a:t>
            </a:r>
            <a:r>
              <a:rPr lang="en-US" sz="1200" dirty="0" err="1"/>
              <a:t>konsumen</a:t>
            </a:r>
            <a:r>
              <a:rPr lang="en-US" sz="1200" dirty="0"/>
              <a:t>,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lunak</a:t>
            </a:r>
            <a:r>
              <a:rPr lang="en-US" sz="1200" dirty="0"/>
              <a:t> </a:t>
            </a:r>
            <a:r>
              <a:rPr lang="en-US" sz="1200" dirty="0" err="1"/>
              <a:t>komputer</a:t>
            </a:r>
            <a:r>
              <a:rPr lang="en-US" sz="1200" dirty="0"/>
              <a:t>,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komputer</a:t>
            </a:r>
            <a:r>
              <a:rPr lang="en-US" sz="1200" dirty="0"/>
              <a:t> </a:t>
            </a:r>
            <a:r>
              <a:rPr lang="en-US" sz="1200" dirty="0" err="1"/>
              <a:t>pribadi</a:t>
            </a:r>
            <a:r>
              <a:rPr lang="en-US" sz="1200" dirty="0"/>
              <a:t>. Apple Inc. </a:t>
            </a:r>
            <a:r>
              <a:rPr lang="en-US" sz="1200" dirty="0" err="1"/>
              <a:t>didirikan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tanggal</a:t>
            </a:r>
            <a:r>
              <a:rPr lang="en-US" sz="1200" dirty="0"/>
              <a:t> 1 April, 1976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diinkonporasikan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Apple Computer, Inc.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tanggal</a:t>
            </a:r>
            <a:r>
              <a:rPr lang="en-US" sz="1200" dirty="0"/>
              <a:t> 3 </a:t>
            </a:r>
            <a:r>
              <a:rPr lang="en-US" sz="1200" dirty="0" err="1"/>
              <a:t>Januari</a:t>
            </a:r>
            <a:r>
              <a:rPr lang="en-US" sz="1200" dirty="0"/>
              <a:t>, 1977. </a:t>
            </a:r>
            <a:r>
              <a:rPr lang="en-US" sz="1200" dirty="0" err="1"/>
              <a:t>Pada</a:t>
            </a:r>
            <a:r>
              <a:rPr lang="en-US" sz="1200" dirty="0"/>
              <a:t> 9 </a:t>
            </a:r>
            <a:r>
              <a:rPr lang="en-US" sz="1200" dirty="0" err="1"/>
              <a:t>Januari</a:t>
            </a:r>
            <a:r>
              <a:rPr lang="en-US" sz="1200" dirty="0"/>
              <a:t>, 2007, kata “Computer” </a:t>
            </a:r>
            <a:r>
              <a:rPr lang="en-US" sz="1200" dirty="0" err="1"/>
              <a:t>dihapus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mencerminkan</a:t>
            </a:r>
            <a:r>
              <a:rPr lang="en-US" sz="1200" dirty="0"/>
              <a:t> </a:t>
            </a:r>
            <a:r>
              <a:rPr lang="en-US" sz="1200" dirty="0" err="1"/>
              <a:t>fokus</a:t>
            </a:r>
            <a:r>
              <a:rPr lang="en-US" sz="1200" dirty="0"/>
              <a:t> Apple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bidang</a:t>
            </a:r>
            <a:r>
              <a:rPr lang="en-US" sz="1200" dirty="0"/>
              <a:t> </a:t>
            </a:r>
            <a:r>
              <a:rPr lang="en-US" sz="1200" dirty="0" err="1"/>
              <a:t>elektronik</a:t>
            </a:r>
            <a:r>
              <a:rPr lang="en-US" sz="1200" dirty="0"/>
              <a:t> </a:t>
            </a:r>
            <a:r>
              <a:rPr lang="en-US" sz="1200" dirty="0" err="1"/>
              <a:t>konsumen</a:t>
            </a:r>
            <a:r>
              <a:rPr lang="en-US" sz="1200" dirty="0"/>
              <a:t> </a:t>
            </a:r>
            <a:r>
              <a:rPr lang="en-US" sz="1200" dirty="0" err="1"/>
              <a:t>pascapeluncuran</a:t>
            </a:r>
            <a:r>
              <a:rPr lang="en-US" sz="1200" dirty="0"/>
              <a:t> iPhone.</a:t>
            </a:r>
          </a:p>
          <a:p>
            <a:pPr fontAlgn="base"/>
            <a:r>
              <a:rPr lang="en-US" sz="1200" dirty="0"/>
              <a:t>     Apple </a:t>
            </a:r>
            <a:r>
              <a:rPr lang="en-US" sz="1200" dirty="0" err="1"/>
              <a:t>dikenal</a:t>
            </a:r>
            <a:r>
              <a:rPr lang="en-US" sz="1200" dirty="0"/>
              <a:t>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en-US" sz="1200" dirty="0" err="1"/>
              <a:t>jajaran</a:t>
            </a:r>
            <a:r>
              <a:rPr lang="en-US" sz="1200" dirty="0"/>
              <a:t> </a:t>
            </a:r>
            <a:r>
              <a:rPr lang="en-US" sz="1200" dirty="0" err="1"/>
              <a:t>produk</a:t>
            </a:r>
            <a:r>
              <a:rPr lang="en-US" sz="1200" dirty="0"/>
              <a:t>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lunak</a:t>
            </a:r>
            <a:r>
              <a:rPr lang="en-US" sz="1200" dirty="0"/>
              <a:t> </a:t>
            </a:r>
            <a:r>
              <a:rPr lang="en-US" sz="1200" dirty="0" err="1"/>
              <a:t>diantaranya</a:t>
            </a:r>
            <a:r>
              <a:rPr lang="en-US" sz="1200" dirty="0"/>
              <a:t> 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> OS X </a:t>
            </a:r>
            <a:r>
              <a:rPr lang="en-US" sz="1200" dirty="0" err="1"/>
              <a:t>dan</a:t>
            </a:r>
            <a:r>
              <a:rPr lang="en-US" sz="1200" dirty="0"/>
              <a:t> </a:t>
            </a:r>
            <a:r>
              <a:rPr lang="en-US" sz="1200" dirty="0" err="1"/>
              <a:t>iOS</a:t>
            </a:r>
            <a:r>
              <a:rPr lang="en-US" sz="1200" dirty="0"/>
              <a:t>, </a:t>
            </a:r>
            <a:r>
              <a:rPr lang="en-US" sz="1200" dirty="0" err="1"/>
              <a:t>pemutar</a:t>
            </a:r>
            <a:r>
              <a:rPr lang="en-US" sz="1200" dirty="0"/>
              <a:t> </a:t>
            </a:r>
            <a:r>
              <a:rPr lang="en-US" sz="1200" dirty="0" err="1"/>
              <a:t>musik</a:t>
            </a:r>
            <a:r>
              <a:rPr lang="en-US" sz="1200" dirty="0"/>
              <a:t> iTunes,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peramban</a:t>
            </a:r>
            <a:r>
              <a:rPr lang="en-US" sz="1200" dirty="0"/>
              <a:t> web Safari,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keras</a:t>
            </a:r>
            <a:r>
              <a:rPr lang="en-US" sz="1200" dirty="0"/>
              <a:t> </a:t>
            </a:r>
            <a:r>
              <a:rPr lang="en-US" sz="1200" dirty="0" err="1"/>
              <a:t>diantaranya</a:t>
            </a:r>
            <a:r>
              <a:rPr lang="en-US" sz="1200" dirty="0"/>
              <a:t> </a:t>
            </a:r>
            <a:r>
              <a:rPr lang="en-US" sz="1200" dirty="0" err="1"/>
              <a:t>komputer</a:t>
            </a:r>
            <a:r>
              <a:rPr lang="en-US" sz="1200" dirty="0"/>
              <a:t> </a:t>
            </a:r>
            <a:r>
              <a:rPr lang="en-US" sz="1200" dirty="0" err="1"/>
              <a:t>meja</a:t>
            </a:r>
            <a:r>
              <a:rPr lang="en-US" sz="1200" dirty="0"/>
              <a:t> iMac, </a:t>
            </a:r>
            <a:r>
              <a:rPr lang="en-US" sz="1200" dirty="0" err="1"/>
              <a:t>komputer</a:t>
            </a:r>
            <a:r>
              <a:rPr lang="en-US" sz="1200" dirty="0"/>
              <a:t> </a:t>
            </a:r>
            <a:r>
              <a:rPr lang="en-US" sz="1200" dirty="0" err="1"/>
              <a:t>jinjing</a:t>
            </a:r>
            <a:r>
              <a:rPr lang="en-US" sz="1200" dirty="0"/>
              <a:t> MacBook Pro, </a:t>
            </a:r>
            <a:r>
              <a:rPr lang="en-US" sz="1200" dirty="0" err="1"/>
              <a:t>pemutar</a:t>
            </a:r>
            <a:r>
              <a:rPr lang="en-US" sz="1200" dirty="0"/>
              <a:t> </a:t>
            </a:r>
            <a:r>
              <a:rPr lang="en-US" sz="1200" dirty="0" err="1"/>
              <a:t>lagu</a:t>
            </a:r>
            <a:r>
              <a:rPr lang="en-US" sz="1200" dirty="0"/>
              <a:t> iPod,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telepon</a:t>
            </a:r>
            <a:r>
              <a:rPr lang="en-US" sz="1200" dirty="0"/>
              <a:t> </a:t>
            </a:r>
            <a:r>
              <a:rPr lang="en-US" sz="1200" dirty="0" err="1"/>
              <a:t>genggam</a:t>
            </a:r>
            <a:r>
              <a:rPr lang="en-US" sz="1200" dirty="0"/>
              <a:t> iPhone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" r="30"/>
          <a:stretch>
            <a:fillRect/>
          </a:stretch>
        </p:blipFill>
        <p:spPr>
          <a:xfrm>
            <a:off x="-1" y="0"/>
            <a:ext cx="6891497" cy="6858000"/>
          </a:xfrm>
        </p:spPr>
      </p:pic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trategi</a:t>
            </a:r>
            <a:r>
              <a:rPr lang="en-US" dirty="0" smtClean="0"/>
              <a:t> </a:t>
            </a:r>
            <a:r>
              <a:rPr lang="en-US" dirty="0"/>
              <a:t>Perusahaan </a:t>
            </a:r>
            <a:r>
              <a:rPr lang="en-US" dirty="0" smtClean="0"/>
              <a:t>Apple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232EC4A-A989-40B2-BE6E-9E62A6FEB25F}"/>
              </a:ext>
            </a:extLst>
          </p:cNvPr>
          <p:cNvGrpSpPr/>
          <p:nvPr/>
        </p:nvGrpSpPr>
        <p:grpSpPr>
          <a:xfrm>
            <a:off x="5006853" y="2932520"/>
            <a:ext cx="2232000" cy="2232000"/>
            <a:chOff x="6929202" y="1639696"/>
            <a:chExt cx="2232000" cy="2232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083715E8-EE4C-42DC-8ACB-418256B8C01E}"/>
                </a:ext>
              </a:extLst>
            </p:cNvPr>
            <p:cNvSpPr/>
            <p:nvPr/>
          </p:nvSpPr>
          <p:spPr>
            <a:xfrm>
              <a:off x="6929202" y="1639696"/>
              <a:ext cx="2232000" cy="2232000"/>
            </a:xfrm>
            <a:prstGeom prst="ellipse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E80B7045-FCE8-4989-9024-5FA9FDDA1DDA}"/>
                </a:ext>
              </a:extLst>
            </p:cNvPr>
            <p:cNvSpPr/>
            <p:nvPr/>
          </p:nvSpPr>
          <p:spPr>
            <a:xfrm>
              <a:off x="7037202" y="1747696"/>
              <a:ext cx="2016000" cy="2016000"/>
            </a:xfrm>
            <a:prstGeom prst="ellipse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" name="Right Arrow 19">
            <a:extLst>
              <a:ext uri="{FF2B5EF4-FFF2-40B4-BE49-F238E27FC236}">
                <a16:creationId xmlns:a16="http://schemas.microsoft.com/office/drawing/2014/main" xmlns="" id="{E04357E9-8B8C-47DE-8D97-3711071C4572}"/>
              </a:ext>
            </a:extLst>
          </p:cNvPr>
          <p:cNvSpPr/>
          <p:nvPr/>
        </p:nvSpPr>
        <p:spPr>
          <a:xfrm>
            <a:off x="4303323" y="2031657"/>
            <a:ext cx="3592713" cy="3681835"/>
          </a:xfrm>
          <a:custGeom>
            <a:avLst/>
            <a:gdLst>
              <a:gd name="connsiteX0" fmla="*/ 1605124 w 3176186"/>
              <a:gd name="connsiteY0" fmla="*/ 1349556 h 3254975"/>
              <a:gd name="connsiteX1" fmla="*/ 1215939 w 3176186"/>
              <a:gd name="connsiteY1" fmla="*/ 1738741 h 3254975"/>
              <a:gd name="connsiteX2" fmla="*/ 1605124 w 3176186"/>
              <a:gd name="connsiteY2" fmla="*/ 2127926 h 3254975"/>
              <a:gd name="connsiteX3" fmla="*/ 1994309 w 3176186"/>
              <a:gd name="connsiteY3" fmla="*/ 1738741 h 3254975"/>
              <a:gd name="connsiteX4" fmla="*/ 1605124 w 3176186"/>
              <a:gd name="connsiteY4" fmla="*/ 1349556 h 3254975"/>
              <a:gd name="connsiteX5" fmla="*/ 1257037 w 3176186"/>
              <a:gd name="connsiteY5" fmla="*/ 0 h 3254975"/>
              <a:gd name="connsiteX6" fmla="*/ 1564306 w 3176186"/>
              <a:gd name="connsiteY6" fmla="*/ 407758 h 3254975"/>
              <a:gd name="connsiteX7" fmla="*/ 1385549 w 3176186"/>
              <a:gd name="connsiteY7" fmla="*/ 382636 h 3254975"/>
              <a:gd name="connsiteX8" fmla="*/ 1295073 w 3176186"/>
              <a:gd name="connsiteY8" fmla="*/ 1026408 h 3254975"/>
              <a:gd name="connsiteX9" fmla="*/ 1605125 w 3176186"/>
              <a:gd name="connsiteY9" fmla="*/ 960370 h 3254975"/>
              <a:gd name="connsiteX10" fmla="*/ 1682815 w 3176186"/>
              <a:gd name="connsiteY10" fmla="*/ 964293 h 3254975"/>
              <a:gd name="connsiteX11" fmla="*/ 2815159 w 3176186"/>
              <a:gd name="connsiteY11" fmla="*/ 964293 h 3254975"/>
              <a:gd name="connsiteX12" fmla="*/ 2815159 w 3176186"/>
              <a:gd name="connsiteY12" fmla="*/ 783779 h 3254975"/>
              <a:gd name="connsiteX13" fmla="*/ 3176186 w 3176186"/>
              <a:gd name="connsiteY13" fmla="*/ 1144806 h 3254975"/>
              <a:gd name="connsiteX14" fmla="*/ 2815159 w 3176186"/>
              <a:gd name="connsiteY14" fmla="*/ 1505833 h 3254975"/>
              <a:gd name="connsiteX15" fmla="*/ 2815159 w 3176186"/>
              <a:gd name="connsiteY15" fmla="*/ 1325320 h 3254975"/>
              <a:gd name="connsiteX16" fmla="*/ 2262381 w 3176186"/>
              <a:gd name="connsiteY16" fmla="*/ 1325320 h 3254975"/>
              <a:gd name="connsiteX17" fmla="*/ 2372257 w 3176186"/>
              <a:gd name="connsiteY17" fmla="*/ 1612055 h 3254975"/>
              <a:gd name="connsiteX18" fmla="*/ 2376543 w 3176186"/>
              <a:gd name="connsiteY18" fmla="*/ 1610662 h 3254975"/>
              <a:gd name="connsiteX19" fmla="*/ 2728027 w 3176186"/>
              <a:gd name="connsiteY19" fmla="*/ 2692416 h 3254975"/>
              <a:gd name="connsiteX20" fmla="*/ 2899706 w 3176186"/>
              <a:gd name="connsiteY20" fmla="*/ 2636635 h 3254975"/>
              <a:gd name="connsiteX21" fmla="*/ 2667912 w 3176186"/>
              <a:gd name="connsiteY21" fmla="*/ 3091555 h 3254975"/>
              <a:gd name="connsiteX22" fmla="*/ 2212991 w 3176186"/>
              <a:gd name="connsiteY22" fmla="*/ 2859761 h 3254975"/>
              <a:gd name="connsiteX23" fmla="*/ 2384669 w 3176186"/>
              <a:gd name="connsiteY23" fmla="*/ 2803980 h 3254975"/>
              <a:gd name="connsiteX24" fmla="*/ 2199905 w 3176186"/>
              <a:gd name="connsiteY24" fmla="*/ 2235333 h 3254975"/>
              <a:gd name="connsiteX25" fmla="*/ 1942157 w 3176186"/>
              <a:gd name="connsiteY25" fmla="*/ 2439955 h 3254975"/>
              <a:gd name="connsiteX26" fmla="*/ 1942462 w 3176186"/>
              <a:gd name="connsiteY26" fmla="*/ 2440375 h 3254975"/>
              <a:gd name="connsiteX27" fmla="*/ 1022266 w 3176186"/>
              <a:gd name="connsiteY27" fmla="*/ 3108936 h 3254975"/>
              <a:gd name="connsiteX28" fmla="*/ 1128370 w 3176186"/>
              <a:gd name="connsiteY28" fmla="*/ 3254975 h 3254975"/>
              <a:gd name="connsiteX29" fmla="*/ 624086 w 3176186"/>
              <a:gd name="connsiteY29" fmla="*/ 3175104 h 3254975"/>
              <a:gd name="connsiteX30" fmla="*/ 703957 w 3176186"/>
              <a:gd name="connsiteY30" fmla="*/ 2670821 h 3254975"/>
              <a:gd name="connsiteX31" fmla="*/ 810060 w 3176186"/>
              <a:gd name="connsiteY31" fmla="*/ 2816859 h 3254975"/>
              <a:gd name="connsiteX32" fmla="*/ 1305419 w 3176186"/>
              <a:gd name="connsiteY32" fmla="*/ 2456959 h 3254975"/>
              <a:gd name="connsiteX33" fmla="*/ 1097326 w 3176186"/>
              <a:gd name="connsiteY33" fmla="*/ 2326940 h 3254975"/>
              <a:gd name="connsiteX34" fmla="*/ 185974 w 3176186"/>
              <a:gd name="connsiteY34" fmla="*/ 1664804 h 3254975"/>
              <a:gd name="connsiteX35" fmla="*/ 79871 w 3176186"/>
              <a:gd name="connsiteY35" fmla="*/ 1810843 h 3254975"/>
              <a:gd name="connsiteX36" fmla="*/ 0 w 3176186"/>
              <a:gd name="connsiteY36" fmla="*/ 1306559 h 3254975"/>
              <a:gd name="connsiteX37" fmla="*/ 504283 w 3176186"/>
              <a:gd name="connsiteY37" fmla="*/ 1226689 h 3254975"/>
              <a:gd name="connsiteX38" fmla="*/ 398181 w 3176186"/>
              <a:gd name="connsiteY38" fmla="*/ 1372727 h 3254975"/>
              <a:gd name="connsiteX39" fmla="*/ 829415 w 3176186"/>
              <a:gd name="connsiteY39" fmla="*/ 1686037 h 3254975"/>
              <a:gd name="connsiteX40" fmla="*/ 882077 w 3176186"/>
              <a:gd name="connsiteY40" fmla="*/ 1460480 h 3254975"/>
              <a:gd name="connsiteX41" fmla="*/ 1028036 w 3176186"/>
              <a:gd name="connsiteY41" fmla="*/ 332391 h 3254975"/>
              <a:gd name="connsiteX42" fmla="*/ 849279 w 3176186"/>
              <a:gd name="connsiteY42" fmla="*/ 307268 h 3254975"/>
              <a:gd name="connsiteX43" fmla="*/ 1257037 w 3176186"/>
              <a:gd name="connsiteY43" fmla="*/ 0 h 3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176186" h="3254975">
                <a:moveTo>
                  <a:pt x="1605124" y="1349556"/>
                </a:moveTo>
                <a:cubicBezTo>
                  <a:pt x="1390183" y="1349556"/>
                  <a:pt x="1215939" y="1523800"/>
                  <a:pt x="1215939" y="1738741"/>
                </a:cubicBezTo>
                <a:cubicBezTo>
                  <a:pt x="1215939" y="1953682"/>
                  <a:pt x="1390183" y="2127926"/>
                  <a:pt x="1605124" y="2127926"/>
                </a:cubicBezTo>
                <a:cubicBezTo>
                  <a:pt x="1820065" y="2127926"/>
                  <a:pt x="1994309" y="1953682"/>
                  <a:pt x="1994309" y="1738741"/>
                </a:cubicBezTo>
                <a:cubicBezTo>
                  <a:pt x="1994309" y="1523800"/>
                  <a:pt x="1820065" y="1349556"/>
                  <a:pt x="1605124" y="1349556"/>
                </a:cubicBezTo>
                <a:close/>
                <a:moveTo>
                  <a:pt x="1257037" y="0"/>
                </a:moveTo>
                <a:lnTo>
                  <a:pt x="1564306" y="407758"/>
                </a:lnTo>
                <a:lnTo>
                  <a:pt x="1385549" y="382636"/>
                </a:lnTo>
                <a:lnTo>
                  <a:pt x="1295073" y="1026408"/>
                </a:lnTo>
                <a:cubicBezTo>
                  <a:pt x="1389570" y="983381"/>
                  <a:pt x="1494660" y="960370"/>
                  <a:pt x="1605125" y="960370"/>
                </a:cubicBezTo>
                <a:lnTo>
                  <a:pt x="1682815" y="964293"/>
                </a:lnTo>
                <a:lnTo>
                  <a:pt x="2815159" y="964293"/>
                </a:lnTo>
                <a:lnTo>
                  <a:pt x="2815159" y="783779"/>
                </a:lnTo>
                <a:lnTo>
                  <a:pt x="3176186" y="1144806"/>
                </a:lnTo>
                <a:lnTo>
                  <a:pt x="2815159" y="1505833"/>
                </a:lnTo>
                <a:lnTo>
                  <a:pt x="2815159" y="1325320"/>
                </a:lnTo>
                <a:lnTo>
                  <a:pt x="2262381" y="1325320"/>
                </a:lnTo>
                <a:cubicBezTo>
                  <a:pt x="2317795" y="1410538"/>
                  <a:pt x="2355974" y="1507654"/>
                  <a:pt x="2372257" y="1612055"/>
                </a:cubicBezTo>
                <a:lnTo>
                  <a:pt x="2376543" y="1610662"/>
                </a:lnTo>
                <a:lnTo>
                  <a:pt x="2728027" y="2692416"/>
                </a:lnTo>
                <a:lnTo>
                  <a:pt x="2899706" y="2636635"/>
                </a:lnTo>
                <a:lnTo>
                  <a:pt x="2667912" y="3091555"/>
                </a:lnTo>
                <a:lnTo>
                  <a:pt x="2212991" y="2859761"/>
                </a:lnTo>
                <a:lnTo>
                  <a:pt x="2384669" y="2803980"/>
                </a:lnTo>
                <a:lnTo>
                  <a:pt x="2199905" y="2235333"/>
                </a:lnTo>
                <a:cubicBezTo>
                  <a:pt x="2130386" y="2321260"/>
                  <a:pt x="2042482" y="2391310"/>
                  <a:pt x="1942157" y="2439955"/>
                </a:cubicBezTo>
                <a:lnTo>
                  <a:pt x="1942462" y="2440375"/>
                </a:lnTo>
                <a:lnTo>
                  <a:pt x="1022266" y="3108936"/>
                </a:lnTo>
                <a:lnTo>
                  <a:pt x="1128370" y="3254975"/>
                </a:lnTo>
                <a:lnTo>
                  <a:pt x="624086" y="3175104"/>
                </a:lnTo>
                <a:lnTo>
                  <a:pt x="703957" y="2670821"/>
                </a:lnTo>
                <a:lnTo>
                  <a:pt x="810060" y="2816859"/>
                </a:lnTo>
                <a:lnTo>
                  <a:pt x="1305419" y="2456959"/>
                </a:lnTo>
                <a:cubicBezTo>
                  <a:pt x="1228817" y="2425055"/>
                  <a:pt x="1158426" y="2381246"/>
                  <a:pt x="1097326" y="2326940"/>
                </a:cubicBezTo>
                <a:lnTo>
                  <a:pt x="185974" y="1664804"/>
                </a:lnTo>
                <a:lnTo>
                  <a:pt x="79871" y="1810843"/>
                </a:lnTo>
                <a:lnTo>
                  <a:pt x="0" y="1306559"/>
                </a:lnTo>
                <a:lnTo>
                  <a:pt x="504283" y="1226689"/>
                </a:lnTo>
                <a:lnTo>
                  <a:pt x="398181" y="1372727"/>
                </a:lnTo>
                <a:lnTo>
                  <a:pt x="829415" y="1686037"/>
                </a:lnTo>
                <a:cubicBezTo>
                  <a:pt x="834556" y="1606591"/>
                  <a:pt x="851648" y="1530410"/>
                  <a:pt x="882077" y="1460480"/>
                </a:cubicBezTo>
                <a:lnTo>
                  <a:pt x="1028036" y="332391"/>
                </a:lnTo>
                <a:lnTo>
                  <a:pt x="849279" y="307268"/>
                </a:lnTo>
                <a:lnTo>
                  <a:pt x="12570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67CC1AF-21F6-4F36-B9BA-97BB4F22626F}"/>
              </a:ext>
            </a:extLst>
          </p:cNvPr>
          <p:cNvSpPr txBox="1"/>
          <p:nvPr/>
        </p:nvSpPr>
        <p:spPr>
          <a:xfrm>
            <a:off x="5680254" y="3759062"/>
            <a:ext cx="85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Text</a:t>
            </a:r>
          </a:p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C2ACE46F-AAE6-4114-BE2B-BEB9308B0496}"/>
              </a:ext>
            </a:extLst>
          </p:cNvPr>
          <p:cNvGrpSpPr/>
          <p:nvPr/>
        </p:nvGrpSpPr>
        <p:grpSpPr>
          <a:xfrm>
            <a:off x="1441882" y="5210606"/>
            <a:ext cx="3316459" cy="487159"/>
            <a:chOff x="80902" y="1129566"/>
            <a:chExt cx="3303444" cy="4871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D890080F-FD5D-4640-A47A-FED0352F0F0C}"/>
                </a:ext>
              </a:extLst>
            </p:cNvPr>
            <p:cNvSpPr txBox="1"/>
            <p:nvPr/>
          </p:nvSpPr>
          <p:spPr>
            <a:xfrm>
              <a:off x="80902" y="1129566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E0A33C90-01C6-4EC2-8243-19A7B5EF8C85}"/>
                </a:ext>
              </a:extLst>
            </p:cNvPr>
            <p:cNvSpPr txBox="1"/>
            <p:nvPr/>
          </p:nvSpPr>
          <p:spPr>
            <a:xfrm>
              <a:off x="92915" y="1339726"/>
              <a:ext cx="32914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FE9BC87B-2644-4E3D-AA04-350D47297066}"/>
              </a:ext>
            </a:extLst>
          </p:cNvPr>
          <p:cNvGrpSpPr/>
          <p:nvPr/>
        </p:nvGrpSpPr>
        <p:grpSpPr>
          <a:xfrm>
            <a:off x="773723" y="3112133"/>
            <a:ext cx="3316459" cy="487159"/>
            <a:chOff x="80902" y="1129566"/>
            <a:chExt cx="3303444" cy="48715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4324428A-090D-424C-A3F5-A6C87F9AC048}"/>
                </a:ext>
              </a:extLst>
            </p:cNvPr>
            <p:cNvSpPr txBox="1"/>
            <p:nvPr/>
          </p:nvSpPr>
          <p:spPr>
            <a:xfrm>
              <a:off x="80902" y="1129566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4E4D0B3A-B2C4-445C-BA5E-109C0C50BF57}"/>
                </a:ext>
              </a:extLst>
            </p:cNvPr>
            <p:cNvSpPr txBox="1"/>
            <p:nvPr/>
          </p:nvSpPr>
          <p:spPr>
            <a:xfrm>
              <a:off x="92915" y="1339726"/>
              <a:ext cx="32914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AC2628BB-994D-49F8-893C-97682A376E4B}"/>
              </a:ext>
            </a:extLst>
          </p:cNvPr>
          <p:cNvGrpSpPr/>
          <p:nvPr/>
        </p:nvGrpSpPr>
        <p:grpSpPr>
          <a:xfrm>
            <a:off x="6178360" y="1734400"/>
            <a:ext cx="3309213" cy="415498"/>
            <a:chOff x="80902" y="1129566"/>
            <a:chExt cx="3308258" cy="4154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BC398F8B-7EBE-4203-8AF0-BBB7382A5AC9}"/>
                </a:ext>
              </a:extLst>
            </p:cNvPr>
            <p:cNvSpPr txBox="1"/>
            <p:nvPr/>
          </p:nvSpPr>
          <p:spPr>
            <a:xfrm>
              <a:off x="80902" y="1129566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E8D60E06-7F10-49E3-ACA9-9783834C3581}"/>
                </a:ext>
              </a:extLst>
            </p:cNvPr>
            <p:cNvSpPr txBox="1"/>
            <p:nvPr/>
          </p:nvSpPr>
          <p:spPr>
            <a:xfrm>
              <a:off x="97729" y="1268065"/>
              <a:ext cx="32914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F1AE61F9-193C-4B97-B434-FF852BB69114}"/>
              </a:ext>
            </a:extLst>
          </p:cNvPr>
          <p:cNvGrpSpPr/>
          <p:nvPr/>
        </p:nvGrpSpPr>
        <p:grpSpPr>
          <a:xfrm>
            <a:off x="8110516" y="3161830"/>
            <a:ext cx="3371203" cy="735731"/>
            <a:chOff x="92915" y="1339726"/>
            <a:chExt cx="3370230" cy="7357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D3AABAB8-E8BF-477C-BBB0-468CE8B184DA}"/>
                </a:ext>
              </a:extLst>
            </p:cNvPr>
            <p:cNvSpPr txBox="1"/>
            <p:nvPr/>
          </p:nvSpPr>
          <p:spPr>
            <a:xfrm>
              <a:off x="159703" y="1798458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484FB806-8340-4F0A-BC10-AD16A6FAFAF2}"/>
                </a:ext>
              </a:extLst>
            </p:cNvPr>
            <p:cNvSpPr txBox="1"/>
            <p:nvPr/>
          </p:nvSpPr>
          <p:spPr>
            <a:xfrm>
              <a:off x="92915" y="1339726"/>
              <a:ext cx="32914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8C30D6AF-A8ED-4C2F-A4AF-AA9E43FBCEAF}"/>
              </a:ext>
            </a:extLst>
          </p:cNvPr>
          <p:cNvGrpSpPr/>
          <p:nvPr/>
        </p:nvGrpSpPr>
        <p:grpSpPr>
          <a:xfrm>
            <a:off x="7570206" y="5210606"/>
            <a:ext cx="3304398" cy="487159"/>
            <a:chOff x="80902" y="1129566"/>
            <a:chExt cx="3303444" cy="48715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94BCC47F-CD96-45EE-9F7E-773EE6658B21}"/>
                </a:ext>
              </a:extLst>
            </p:cNvPr>
            <p:cNvSpPr txBox="1"/>
            <p:nvPr/>
          </p:nvSpPr>
          <p:spPr>
            <a:xfrm>
              <a:off x="80902" y="1129566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4DC7984B-A14D-4C14-9B64-1AAA4C2467D6}"/>
                </a:ext>
              </a:extLst>
            </p:cNvPr>
            <p:cNvSpPr txBox="1"/>
            <p:nvPr/>
          </p:nvSpPr>
          <p:spPr>
            <a:xfrm>
              <a:off x="92915" y="1339726"/>
              <a:ext cx="32914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3" name="Rectangle 130">
            <a:extLst>
              <a:ext uri="{FF2B5EF4-FFF2-40B4-BE49-F238E27FC236}">
                <a16:creationId xmlns:a16="http://schemas.microsoft.com/office/drawing/2014/main" xmlns="" id="{CDCC8CC5-D802-4D0C-8457-5F58567DED8B}"/>
              </a:ext>
            </a:extLst>
          </p:cNvPr>
          <p:cNvSpPr/>
          <p:nvPr/>
        </p:nvSpPr>
        <p:spPr>
          <a:xfrm>
            <a:off x="5283092" y="5258109"/>
            <a:ext cx="244706" cy="245817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xmlns="" id="{BCA7E75A-82A8-4608-A2DC-D7EDBF00F78A}"/>
              </a:ext>
            </a:extLst>
          </p:cNvPr>
          <p:cNvSpPr/>
          <p:nvPr/>
        </p:nvSpPr>
        <p:spPr>
          <a:xfrm>
            <a:off x="7062092" y="5000064"/>
            <a:ext cx="258465" cy="25804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xmlns="" id="{6613B7D6-A43B-4913-B2DC-CD046155430A}"/>
              </a:ext>
            </a:extLst>
          </p:cNvPr>
          <p:cNvSpPr/>
          <p:nvPr/>
        </p:nvSpPr>
        <p:spPr>
          <a:xfrm>
            <a:off x="7296214" y="3262297"/>
            <a:ext cx="273993" cy="180072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ound Same Side Corner Rectangle 36">
            <a:extLst>
              <a:ext uri="{FF2B5EF4-FFF2-40B4-BE49-F238E27FC236}">
                <a16:creationId xmlns:a16="http://schemas.microsoft.com/office/drawing/2014/main" xmlns="" id="{7219653B-1075-42C2-8518-4877EDB4AB02}"/>
              </a:ext>
            </a:extLst>
          </p:cNvPr>
          <p:cNvSpPr>
            <a:spLocks noChangeAspect="1"/>
          </p:cNvSpPr>
          <p:nvPr/>
        </p:nvSpPr>
        <p:spPr>
          <a:xfrm>
            <a:off x="5533812" y="2351770"/>
            <a:ext cx="275302" cy="217658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Oval 21">
            <a:extLst>
              <a:ext uri="{FF2B5EF4-FFF2-40B4-BE49-F238E27FC236}">
                <a16:creationId xmlns:a16="http://schemas.microsoft.com/office/drawing/2014/main" xmlns="" id="{D57DBAD1-2C3A-45CB-93F5-61264B197267}"/>
              </a:ext>
            </a:extLst>
          </p:cNvPr>
          <p:cNvSpPr>
            <a:spLocks noChangeAspect="1"/>
          </p:cNvSpPr>
          <p:nvPr/>
        </p:nvSpPr>
        <p:spPr>
          <a:xfrm>
            <a:off x="4521008" y="3650337"/>
            <a:ext cx="265503" cy="26772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pic>
        <p:nvPicPr>
          <p:cNvPr id="28" name="Picture 27" descr="[img.4] Strategi Bisnis Perusahaan Apple dengan Mengedepankan Emosi dalam Kampanyenya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524" y="3484995"/>
            <a:ext cx="1672657" cy="11917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0"/>
          <p:cNvSpPr/>
          <p:nvPr/>
        </p:nvSpPr>
        <p:spPr>
          <a:xfrm>
            <a:off x="5853241" y="1826733"/>
            <a:ext cx="3976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/>
              <a:t>1. </a:t>
            </a:r>
            <a:r>
              <a:rPr lang="en-US" b="1" dirty="0" err="1"/>
              <a:t>Emosi</a:t>
            </a:r>
            <a:r>
              <a:rPr lang="en-US" b="1" dirty="0"/>
              <a:t> </a:t>
            </a:r>
            <a:r>
              <a:rPr lang="en-US" b="1" dirty="0" err="1"/>
              <a:t>Terhadap</a:t>
            </a:r>
            <a:r>
              <a:rPr lang="en-US" b="1" dirty="0"/>
              <a:t> </a:t>
            </a:r>
            <a:r>
              <a:rPr lang="en-US" b="1" dirty="0" err="1"/>
              <a:t>Sebuah</a:t>
            </a:r>
            <a:r>
              <a:rPr lang="en-US" b="1" dirty="0"/>
              <a:t> </a:t>
            </a:r>
            <a:r>
              <a:rPr lang="en-US" b="1" dirty="0" err="1"/>
              <a:t>Produk</a:t>
            </a:r>
            <a:endParaRPr lang="en-US" b="1" dirty="0"/>
          </a:p>
        </p:txBody>
      </p:sp>
      <p:sp>
        <p:nvSpPr>
          <p:cNvPr id="32" name="Rectangle 31"/>
          <p:cNvSpPr/>
          <p:nvPr/>
        </p:nvSpPr>
        <p:spPr>
          <a:xfrm>
            <a:off x="7939131" y="313762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/>
              <a:t>2. Experience Para </a:t>
            </a:r>
            <a:r>
              <a:rPr lang="en-US" b="1" dirty="0" err="1"/>
              <a:t>Pengguna</a:t>
            </a:r>
            <a:endParaRPr lang="en-US" b="1" dirty="0"/>
          </a:p>
        </p:txBody>
      </p:sp>
      <p:sp>
        <p:nvSpPr>
          <p:cNvPr id="33" name="Rectangle 32"/>
          <p:cNvSpPr/>
          <p:nvPr/>
        </p:nvSpPr>
        <p:spPr>
          <a:xfrm>
            <a:off x="7725437" y="5005898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/>
              <a:t>3. </a:t>
            </a:r>
            <a:r>
              <a:rPr lang="en-US" b="1" dirty="0" err="1"/>
              <a:t>Kecintaan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Produk</a:t>
            </a:r>
            <a:endParaRPr lang="en-US" b="1" dirty="0"/>
          </a:p>
        </p:txBody>
      </p:sp>
      <p:sp>
        <p:nvSpPr>
          <p:cNvPr id="34" name="Rectangle 33"/>
          <p:cNvSpPr/>
          <p:nvPr/>
        </p:nvSpPr>
        <p:spPr>
          <a:xfrm>
            <a:off x="2873650" y="5328433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/>
              <a:t>4. </a:t>
            </a:r>
            <a:r>
              <a:rPr lang="en-US" b="1" dirty="0" err="1"/>
              <a:t>Selalu</a:t>
            </a:r>
            <a:r>
              <a:rPr lang="en-US" b="1" dirty="0"/>
              <a:t> Update!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41882" y="3262297"/>
            <a:ext cx="2775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/>
              <a:t>5. </a:t>
            </a:r>
            <a:r>
              <a:rPr lang="en-US" b="1" dirty="0" err="1"/>
              <a:t>Harga</a:t>
            </a:r>
            <a:r>
              <a:rPr lang="en-US" b="1" dirty="0"/>
              <a:t> yang </a:t>
            </a:r>
            <a:r>
              <a:rPr lang="en-US" b="1" dirty="0" err="1"/>
              <a:t>Eksklusif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28028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9BA78A0-2AD0-4170-B866-58A684F85E3B}"/>
              </a:ext>
            </a:extLst>
          </p:cNvPr>
          <p:cNvSpPr/>
          <p:nvPr/>
        </p:nvSpPr>
        <p:spPr>
          <a:xfrm>
            <a:off x="0" y="0"/>
            <a:ext cx="12192000" cy="1362075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74013EC-4E48-4A91-A2A2-32E845D3F41F}"/>
              </a:ext>
            </a:extLst>
          </p:cNvPr>
          <p:cNvSpPr/>
          <p:nvPr/>
        </p:nvSpPr>
        <p:spPr>
          <a:xfrm>
            <a:off x="0" y="5257801"/>
            <a:ext cx="12192000" cy="160020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F012E2E-07D5-4D5C-81CE-9F8682B63004}"/>
              </a:ext>
            </a:extLst>
          </p:cNvPr>
          <p:cNvSpPr txBox="1"/>
          <p:nvPr/>
        </p:nvSpPr>
        <p:spPr>
          <a:xfrm flipH="1">
            <a:off x="0" y="147972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5400" spc="3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KESIMPULAN</a:t>
            </a:r>
            <a:endParaRPr lang="en-US" altLang="ko-KR" sz="5400" spc="3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676DA35A-BC49-4B84-94C2-1937FE364E99}"/>
              </a:ext>
            </a:extLst>
          </p:cNvPr>
          <p:cNvGrpSpPr/>
          <p:nvPr/>
        </p:nvGrpSpPr>
        <p:grpSpPr>
          <a:xfrm>
            <a:off x="574146" y="5554715"/>
            <a:ext cx="11043708" cy="637039"/>
            <a:chOff x="4822352" y="1916832"/>
            <a:chExt cx="3422056" cy="637039"/>
          </a:xfrm>
        </p:grpSpPr>
        <p:sp>
          <p:nvSpPr>
            <p:cNvPr id="7" name="Text Placeholder 10">
              <a:extLst>
                <a:ext uri="{FF2B5EF4-FFF2-40B4-BE49-F238E27FC236}">
                  <a16:creationId xmlns:a16="http://schemas.microsoft.com/office/drawing/2014/main" xmlns="" id="{3643C6C3-C0DE-47BD-A0CA-529000BF7464}"/>
                </a:ext>
              </a:extLst>
            </p:cNvPr>
            <p:cNvSpPr txBox="1">
              <a:spLocks/>
            </p:cNvSpPr>
            <p:nvPr/>
          </p:nvSpPr>
          <p:spPr>
            <a:xfrm>
              <a:off x="4822352" y="1916832"/>
              <a:ext cx="3422056" cy="36004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10000"/>
                </a:lnSpc>
                <a:buNone/>
              </a:pPr>
              <a:endParaRPr lang="en-US" altLang="ko-KR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03D416CA-A2FD-4F17-BF2D-BA4EB44B0051}"/>
                </a:ext>
              </a:extLst>
            </p:cNvPr>
            <p:cNvSpPr txBox="1"/>
            <p:nvPr/>
          </p:nvSpPr>
          <p:spPr>
            <a:xfrm>
              <a:off x="4822352" y="2276872"/>
              <a:ext cx="3422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5">
            <a:extLst>
              <a:ext uri="{FF2B5EF4-FFF2-40B4-BE49-F238E27FC236}">
                <a16:creationId xmlns:a16="http://schemas.microsoft.com/office/drawing/2014/main" xmlns="" id="{15D9AAF9-B7A8-4CB4-968E-9BFFFCE6CF26}"/>
              </a:ext>
            </a:extLst>
          </p:cNvPr>
          <p:cNvSpPr/>
          <p:nvPr/>
        </p:nvSpPr>
        <p:spPr>
          <a:xfrm>
            <a:off x="630195" y="5287404"/>
            <a:ext cx="4396803" cy="720638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+mj-lt"/>
              </a:rPr>
              <a:t>See you</a:t>
            </a:r>
            <a:endParaRPr lang="en-US" altLang="ko-KR" sz="4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직사각형 6">
            <a:extLst>
              <a:ext uri="{FF2B5EF4-FFF2-40B4-BE49-F238E27FC236}">
                <a16:creationId xmlns:a16="http://schemas.microsoft.com/office/drawing/2014/main" xmlns="" id="{404A78C2-20C8-47C5-A560-0180DF2B32A9}"/>
              </a:ext>
            </a:extLst>
          </p:cNvPr>
          <p:cNvSpPr/>
          <p:nvPr/>
        </p:nvSpPr>
        <p:spPr>
          <a:xfrm>
            <a:off x="1789187" y="5855994"/>
            <a:ext cx="4396804" cy="720638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+mj-lt"/>
                <a:sym typeface="Wingdings" pitchFamily="2" charset="2"/>
              </a:rPr>
              <a:t></a:t>
            </a:r>
            <a:endParaRPr lang="en-US" altLang="ko-KR" sz="4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B81AD2F-7328-427A-B41C-18F9A3F75224}"/>
              </a:ext>
            </a:extLst>
          </p:cNvPr>
          <p:cNvSpPr txBox="1"/>
          <p:nvPr/>
        </p:nvSpPr>
        <p:spPr>
          <a:xfrm>
            <a:off x="510499" y="612377"/>
            <a:ext cx="2898407" cy="18158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800" dirty="0" smtClean="0">
                <a:solidFill>
                  <a:schemeClr val="bg1"/>
                </a:solidFill>
                <a:cs typeface="Arial" pitchFamily="34" charset="0"/>
              </a:rPr>
              <a:t>Dari </a:t>
            </a:r>
            <a:r>
              <a:rPr lang="en-GB" altLang="ko-KR" sz="2800" dirty="0" err="1" smtClean="0">
                <a:solidFill>
                  <a:schemeClr val="bg1"/>
                </a:solidFill>
                <a:cs typeface="Arial" pitchFamily="34" charset="0"/>
              </a:rPr>
              <a:t>Kelompok</a:t>
            </a:r>
            <a:r>
              <a:rPr lang="en-GB" altLang="ko-KR" sz="2800" dirty="0" smtClean="0">
                <a:solidFill>
                  <a:schemeClr val="bg1"/>
                </a:solidFill>
                <a:cs typeface="Arial" pitchFamily="34" charset="0"/>
              </a:rPr>
              <a:t> 1 </a:t>
            </a:r>
            <a:r>
              <a:rPr lang="en-GB" altLang="ko-KR" sz="2800" dirty="0" err="1" smtClean="0">
                <a:solidFill>
                  <a:schemeClr val="bg1"/>
                </a:solidFill>
                <a:cs typeface="Arial" pitchFamily="34" charset="0"/>
              </a:rPr>
              <a:t>Mengucapkan</a:t>
            </a:r>
            <a:r>
              <a:rPr lang="en-GB" altLang="ko-KR" sz="28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800" dirty="0" err="1" smtClean="0">
                <a:solidFill>
                  <a:schemeClr val="bg1"/>
                </a:solidFill>
                <a:cs typeface="Arial" pitchFamily="34" charset="0"/>
              </a:rPr>
              <a:t>Banyak</a:t>
            </a:r>
            <a:r>
              <a:rPr lang="en-GB" altLang="ko-KR" sz="28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</a:p>
          <a:p>
            <a:r>
              <a:rPr lang="en-GB" altLang="ko-KR" sz="2800" dirty="0" err="1" smtClean="0">
                <a:solidFill>
                  <a:schemeClr val="bg1"/>
                </a:solidFill>
                <a:cs typeface="Arial" pitchFamily="34" charset="0"/>
              </a:rPr>
              <a:t>Terima</a:t>
            </a:r>
            <a:r>
              <a:rPr lang="en-GB" altLang="ko-KR" sz="28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800" dirty="0" err="1" smtClean="0">
                <a:solidFill>
                  <a:schemeClr val="bg1"/>
                </a:solidFill>
                <a:cs typeface="Arial" pitchFamily="34" charset="0"/>
              </a:rPr>
              <a:t>Kasih</a:t>
            </a:r>
            <a:endParaRPr lang="ko-KR" altLang="en-US" sz="28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17181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929EE3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ontents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929EE3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3156</TotalTime>
  <Words>307</Words>
  <Application>Microsoft Office PowerPoint</Application>
  <PresentationFormat>Custom</PresentationFormat>
  <Paragraphs>83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Cover and End Slide Master</vt:lpstr>
      <vt:lpstr>Contents Slide Master</vt:lpstr>
      <vt:lpstr>Section Break Slide Master</vt:lpstr>
      <vt:lpstr>1_Contents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HP</cp:lastModifiedBy>
  <cp:revision>81</cp:revision>
  <dcterms:created xsi:type="dcterms:W3CDTF">2020-01-20T05:08:25Z</dcterms:created>
  <dcterms:modified xsi:type="dcterms:W3CDTF">2022-06-12T08:12:12Z</dcterms:modified>
</cp:coreProperties>
</file>